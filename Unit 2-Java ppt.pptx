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5" r:id="rId2"/>
  </p:sldMasterIdLst>
  <p:notesMasterIdLst>
    <p:notesMasterId r:id="rId74"/>
  </p:notesMasterIdLst>
  <p:handoutMasterIdLst>
    <p:handoutMasterId r:id="rId75"/>
  </p:handoutMasterIdLst>
  <p:sldIdLst>
    <p:sldId id="259" r:id="rId3"/>
    <p:sldId id="261" r:id="rId4"/>
    <p:sldId id="262" r:id="rId5"/>
    <p:sldId id="286" r:id="rId6"/>
    <p:sldId id="263" r:id="rId7"/>
    <p:sldId id="264" r:id="rId8"/>
    <p:sldId id="265" r:id="rId9"/>
    <p:sldId id="267" r:id="rId10"/>
    <p:sldId id="302" r:id="rId11"/>
    <p:sldId id="266" r:id="rId12"/>
    <p:sldId id="270" r:id="rId13"/>
    <p:sldId id="271" r:id="rId14"/>
    <p:sldId id="272" r:id="rId15"/>
    <p:sldId id="273" r:id="rId16"/>
    <p:sldId id="303" r:id="rId17"/>
    <p:sldId id="275" r:id="rId18"/>
    <p:sldId id="276" r:id="rId19"/>
    <p:sldId id="277" r:id="rId20"/>
    <p:sldId id="279" r:id="rId21"/>
    <p:sldId id="278" r:id="rId22"/>
    <p:sldId id="304" r:id="rId23"/>
    <p:sldId id="280" r:id="rId24"/>
    <p:sldId id="281" r:id="rId25"/>
    <p:sldId id="282" r:id="rId26"/>
    <p:sldId id="284" r:id="rId27"/>
    <p:sldId id="283" r:id="rId28"/>
    <p:sldId id="287" r:id="rId29"/>
    <p:sldId id="288" r:id="rId30"/>
    <p:sldId id="290" r:id="rId31"/>
    <p:sldId id="285" r:id="rId32"/>
    <p:sldId id="291" r:id="rId33"/>
    <p:sldId id="305" r:id="rId34"/>
    <p:sldId id="306" r:id="rId35"/>
    <p:sldId id="307" r:id="rId36"/>
    <p:sldId id="308" r:id="rId37"/>
    <p:sldId id="309" r:id="rId38"/>
    <p:sldId id="310" r:id="rId39"/>
    <p:sldId id="349" r:id="rId40"/>
    <p:sldId id="350" r:id="rId41"/>
    <p:sldId id="311" r:id="rId42"/>
    <p:sldId id="313" r:id="rId43"/>
    <p:sldId id="314" r:id="rId44"/>
    <p:sldId id="315" r:id="rId45"/>
    <p:sldId id="317" r:id="rId46"/>
    <p:sldId id="318" r:id="rId47"/>
    <p:sldId id="319" r:id="rId48"/>
    <p:sldId id="320" r:id="rId49"/>
    <p:sldId id="321" r:id="rId50"/>
    <p:sldId id="324" r:id="rId51"/>
    <p:sldId id="325" r:id="rId52"/>
    <p:sldId id="326" r:id="rId53"/>
    <p:sldId id="327" r:id="rId54"/>
    <p:sldId id="328" r:id="rId55"/>
    <p:sldId id="329" r:id="rId56"/>
    <p:sldId id="330" r:id="rId57"/>
    <p:sldId id="331" r:id="rId58"/>
    <p:sldId id="332" r:id="rId59"/>
    <p:sldId id="333" r:id="rId60"/>
    <p:sldId id="334" r:id="rId61"/>
    <p:sldId id="335" r:id="rId62"/>
    <p:sldId id="336" r:id="rId63"/>
    <p:sldId id="351" r:id="rId64"/>
    <p:sldId id="338" r:id="rId65"/>
    <p:sldId id="339" r:id="rId66"/>
    <p:sldId id="340" r:id="rId67"/>
    <p:sldId id="341" r:id="rId68"/>
    <p:sldId id="342" r:id="rId69"/>
    <p:sldId id="345" r:id="rId70"/>
    <p:sldId id="347" r:id="rId71"/>
    <p:sldId id="348" r:id="rId72"/>
    <p:sldId id="353" r:id="rId7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9CC93D-E52E-4D84-901B-11D7331DD495}">
          <p14:sldIdLst>
            <p14:sldId id="259"/>
            <p14:sldId id="261"/>
            <p14:sldId id="262"/>
            <p14:sldId id="286"/>
            <p14:sldId id="263"/>
            <p14:sldId id="264"/>
            <p14:sldId id="265"/>
            <p14:sldId id="267"/>
            <p14:sldId id="302"/>
            <p14:sldId id="266"/>
            <p14:sldId id="270"/>
            <p14:sldId id="271"/>
            <p14:sldId id="272"/>
            <p14:sldId id="273"/>
            <p14:sldId id="303"/>
            <p14:sldId id="275"/>
            <p14:sldId id="276"/>
            <p14:sldId id="277"/>
            <p14:sldId id="279"/>
            <p14:sldId id="278"/>
            <p14:sldId id="304"/>
            <p14:sldId id="280"/>
            <p14:sldId id="281"/>
            <p14:sldId id="282"/>
            <p14:sldId id="284"/>
            <p14:sldId id="283"/>
            <p14:sldId id="287"/>
            <p14:sldId id="288"/>
            <p14:sldId id="290"/>
            <p14:sldId id="285"/>
            <p14:sldId id="291"/>
            <p14:sldId id="305"/>
            <p14:sldId id="306"/>
            <p14:sldId id="307"/>
            <p14:sldId id="308"/>
            <p14:sldId id="309"/>
            <p14:sldId id="310"/>
            <p14:sldId id="349"/>
            <p14:sldId id="350"/>
            <p14:sldId id="311"/>
            <p14:sldId id="313"/>
            <p14:sldId id="314"/>
            <p14:sldId id="315"/>
            <p14:sldId id="317"/>
            <p14:sldId id="318"/>
            <p14:sldId id="319"/>
            <p14:sldId id="320"/>
            <p14:sldId id="321"/>
            <p14:sldId id="324"/>
            <p14:sldId id="325"/>
            <p14:sldId id="326"/>
            <p14:sldId id="327"/>
            <p14:sldId id="328"/>
            <p14:sldId id="329"/>
            <p14:sldId id="330"/>
            <p14:sldId id="331"/>
            <p14:sldId id="332"/>
            <p14:sldId id="333"/>
            <p14:sldId id="334"/>
            <p14:sldId id="335"/>
            <p14:sldId id="336"/>
            <p14:sldId id="351"/>
            <p14:sldId id="338"/>
            <p14:sldId id="339"/>
            <p14:sldId id="340"/>
            <p14:sldId id="341"/>
            <p14:sldId id="342"/>
            <p14:sldId id="345"/>
            <p14:sldId id="347"/>
            <p14:sldId id="348"/>
            <p14:sldId id="35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D6"/>
    <a:srgbClr val="003300"/>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6" autoAdjust="0"/>
    <p:restoredTop sz="83918" autoAdjust="0"/>
  </p:normalViewPr>
  <p:slideViewPr>
    <p:cSldViewPr>
      <p:cViewPr varScale="1">
        <p:scale>
          <a:sx n="56" d="100"/>
          <a:sy n="56" d="100"/>
        </p:scale>
        <p:origin x="1672" y="56"/>
      </p:cViewPr>
      <p:guideLst>
        <p:guide orient="horz" pos="2160"/>
        <p:guide pos="2880"/>
      </p:guideLst>
    </p:cSldViewPr>
  </p:slideViewPr>
  <p:outlineViewPr>
    <p:cViewPr>
      <p:scale>
        <a:sx n="33" d="100"/>
        <a:sy n="33" d="100"/>
      </p:scale>
      <p:origin x="43" y="0"/>
    </p:cViewPr>
  </p:outlineViewPr>
  <p:notesTextViewPr>
    <p:cViewPr>
      <p:scale>
        <a:sx n="100" d="100"/>
        <a:sy n="100" d="100"/>
      </p:scale>
      <p:origin x="0" y="0"/>
    </p:cViewPr>
  </p:notesTextViewPr>
  <p:sorterViewPr>
    <p:cViewPr>
      <p:scale>
        <a:sx n="154" d="100"/>
        <a:sy n="154" d="100"/>
      </p:scale>
      <p:origin x="0" y="2242"/>
    </p:cViewPr>
  </p:sorterViewPr>
  <p:notesViewPr>
    <p:cSldViewPr>
      <p:cViewPr varScale="1">
        <p:scale>
          <a:sx n="67" d="100"/>
          <a:sy n="67" d="100"/>
        </p:scale>
        <p:origin x="-3120"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3FDC75-7F73-4A4A-A77C-09AADF00E0EA}" type="datetimeFigureOut">
              <a:rPr lang="en-US" smtClean="0"/>
              <a:pPr/>
              <a:t>9/24/2020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9226BF-1F13-42D3-80DC-373E7ADD1EBC}" type="slidenum">
              <a:rPr lang="en-US" smtClean="0"/>
              <a:pPr/>
              <a:t>‹#›</a:t>
            </a:fld>
            <a:endParaRPr lang="en-US" dirty="0"/>
          </a:p>
        </p:txBody>
      </p:sp>
    </p:spTree>
    <p:extLst>
      <p:ext uri="{BB962C8B-B14F-4D97-AF65-F5344CB8AC3E}">
        <p14:creationId xmlns:p14="http://schemas.microsoft.com/office/powerpoint/2010/main" val="530945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AEF76B-3757-4A0B-AF93-28494465C1DD}" type="datetimeFigureOut">
              <a:rPr lang="en-US" smtClean="0"/>
              <a:pPr/>
              <a:t>9/24/2020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693FD4-8F83-4EF7-AC3F-0DC0388986B0}" type="slidenum">
              <a:rPr lang="en-US" smtClean="0"/>
              <a:pPr/>
              <a:t>‹#›</a:t>
            </a:fld>
            <a:endParaRPr lang="en-US" dirty="0"/>
          </a:p>
        </p:txBody>
      </p:sp>
    </p:spTree>
    <p:extLst>
      <p:ext uri="{BB962C8B-B14F-4D97-AF65-F5344CB8AC3E}">
        <p14:creationId xmlns:p14="http://schemas.microsoft.com/office/powerpoint/2010/main" val="2722230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a:lnSpc>
                <a:spcPct val="80000"/>
              </a:lnSpc>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3</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5</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6</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7</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8</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9</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10</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11</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12</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13</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14</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15</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16</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17</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18</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19</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20</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21</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22</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23</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24</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25</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26</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27</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28</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29</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30</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31</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xfrm>
            <a:off x="1150938" y="692150"/>
            <a:ext cx="4556125" cy="3416300"/>
          </a:xfrm>
          <a:ln/>
        </p:spPr>
      </p:sp>
      <p:sp>
        <p:nvSpPr>
          <p:cNvPr id="69635" name="Notes Placeholder 2"/>
          <p:cNvSpPr>
            <a:spLocks noGrp="1"/>
          </p:cNvSpPr>
          <p:nvPr>
            <p:ph type="body" idx="1"/>
          </p:nvPr>
        </p:nvSpPr>
        <p:spPr>
          <a:noFill/>
        </p:spPr>
        <p:txBody>
          <a:bodyPr/>
          <a:lstStyle/>
          <a:p>
            <a:endParaRPr lang="en-US" altLang="en-US"/>
          </a:p>
        </p:txBody>
      </p:sp>
      <p:sp>
        <p:nvSpPr>
          <p:cNvPr id="69636" name="Date Placeholder 3"/>
          <p:cNvSpPr>
            <a:spLocks noGrp="1"/>
          </p:cNvSpPr>
          <p:nvPr>
            <p:ph type="dt" sz="quarter" idx="1"/>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A19EEC7-D7D3-4F72-ABF9-67829197B2D5}" type="datetime1">
              <a:rPr lang="en-US" altLang="en-US" sz="1000"/>
              <a:pPr/>
              <a:t>9/24/2020</a:t>
            </a:fld>
            <a:endParaRPr lang="en-US" altLang="en-US" sz="1000"/>
          </a:p>
        </p:txBody>
      </p:sp>
      <p:sp>
        <p:nvSpPr>
          <p:cNvPr id="69637" name="Footer Placeholder 5"/>
          <p:cNvSpPr>
            <a:spLocks noGrp="1"/>
          </p:cNvSpPr>
          <p:nvPr>
            <p:ph type="ftr" sz="quarter" idx="4"/>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sz="10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38</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39</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40</a:t>
            </a:fld>
            <a:endParaRPr lang="en-US" dirty="0"/>
          </a:p>
        </p:txBody>
      </p:sp>
    </p:spTree>
    <p:extLst>
      <p:ext uri="{BB962C8B-B14F-4D97-AF65-F5344CB8AC3E}">
        <p14:creationId xmlns:p14="http://schemas.microsoft.com/office/powerpoint/2010/main" val="34081038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62</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68</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69</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70</a:t>
            </a:fld>
            <a:endParaRPr lang="en-US" dirty="0"/>
          </a:p>
        </p:txBody>
      </p:sp>
    </p:spTree>
    <p:extLst>
      <p:ext uri="{BB962C8B-B14F-4D97-AF65-F5344CB8AC3E}">
        <p14:creationId xmlns:p14="http://schemas.microsoft.com/office/powerpoint/2010/main" val="31485023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693FD4-8F83-4EF7-AC3F-0DC0388986B0}" type="slidenum">
              <a:rPr lang="en-US" smtClean="0"/>
              <a:pPr/>
              <a:t>71</a:t>
            </a:fld>
            <a:endParaRPr lang="en-US" dirty="0"/>
          </a:p>
        </p:txBody>
      </p:sp>
    </p:spTree>
    <p:extLst>
      <p:ext uri="{BB962C8B-B14F-4D97-AF65-F5344CB8AC3E}">
        <p14:creationId xmlns:p14="http://schemas.microsoft.com/office/powerpoint/2010/main" val="31485023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5" y="1"/>
            <a:ext cx="9100457" cy="6879771"/>
          </a:xfrm>
          <a:prstGeom prst="rect">
            <a:avLst/>
          </a:prstGeom>
        </p:spPr>
      </p:pic>
      <p:sp>
        <p:nvSpPr>
          <p:cNvPr id="2" name="Title 1"/>
          <p:cNvSpPr>
            <a:spLocks noGrp="1"/>
          </p:cNvSpPr>
          <p:nvPr>
            <p:ph type="ctrTitle" hasCustomPrompt="1"/>
          </p:nvPr>
        </p:nvSpPr>
        <p:spPr>
          <a:xfrm>
            <a:off x="2590800" y="2286001"/>
            <a:ext cx="6180224" cy="1470025"/>
          </a:xfrm>
        </p:spPr>
        <p:txBody>
          <a:bodyPr anchor="t"/>
          <a:lstStyle>
            <a:lvl1pPr algn="r">
              <a:defRPr b="1" cap="small" baseline="0">
                <a:solidFill>
                  <a:srgbClr val="003300"/>
                </a:solidFill>
              </a:defRPr>
            </a:lvl1pPr>
          </a:lstStyle>
          <a:p>
            <a:r>
              <a:rPr lang="en-US" dirty="0"/>
              <a:t>Click to edit master title style</a:t>
            </a:r>
          </a:p>
        </p:txBody>
      </p:sp>
      <p:sp>
        <p:nvSpPr>
          <p:cNvPr id="3" name="Subtitle 2"/>
          <p:cNvSpPr>
            <a:spLocks noGrp="1"/>
          </p:cNvSpPr>
          <p:nvPr>
            <p:ph type="subTitle" idx="1"/>
          </p:nvPr>
        </p:nvSpPr>
        <p:spPr>
          <a:xfrm>
            <a:off x="3962400"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9"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a:t>Company Logo</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5" y="1"/>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4"/>
            <a:ext cx="2819400" cy="9173031"/>
          </a:xfrm>
          <a:prstGeom prst="rect">
            <a:avLst/>
          </a:prstGeom>
        </p:spPr>
      </p:pic>
      <p:sp>
        <p:nvSpPr>
          <p:cNvPr id="2" name="Title 1"/>
          <p:cNvSpPr>
            <a:spLocks noGrp="1"/>
          </p:cNvSpPr>
          <p:nvPr>
            <p:ph type="title" hasCustomPrompt="1"/>
          </p:nvPr>
        </p:nvSpPr>
        <p:spPr>
          <a:xfrm>
            <a:off x="4572000" y="3048001"/>
            <a:ext cx="4343400" cy="1362075"/>
          </a:xfrm>
        </p:spPr>
        <p:txBody>
          <a:bodyPr anchor="b" anchorCtr="0"/>
          <a:lstStyle>
            <a:lvl1pPr algn="l">
              <a:defRPr sz="4000" b="1" cap="small" baseline="0">
                <a:solidFill>
                  <a:srgbClr val="003300"/>
                </a:solidFill>
              </a:defRPr>
            </a:lvl1pPr>
          </a:lstStyle>
          <a:p>
            <a:r>
              <a:rPr lang="en-US" dirty="0"/>
              <a:t>Click to edit master title style</a:t>
            </a:r>
          </a:p>
        </p:txBody>
      </p:sp>
      <p:sp>
        <p:nvSpPr>
          <p:cNvPr id="4" name="Date Placeholder 3"/>
          <p:cNvSpPr>
            <a:spLocks noGrp="1"/>
          </p:cNvSpPr>
          <p:nvPr>
            <p:ph type="dt" sz="half" idx="10"/>
          </p:nvPr>
        </p:nvSpPr>
        <p:spPr/>
        <p:txBody>
          <a:bodyPr/>
          <a:lstStyle/>
          <a:p>
            <a:fld id="{4174505A-F6DD-43B5-B121-D0B6E609732A}" type="datetime1">
              <a:rPr lang="en-US" smtClean="0"/>
              <a:t>9/24/2020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a:t>Company Logo</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269632"/>
            <a:ext cx="8077200" cy="1143000"/>
          </a:xfrm>
        </p:spPr>
        <p:txBody>
          <a:bodyPr anchor="ctr" anchorCtr="0"/>
          <a:lstStyle>
            <a:lvl1pPr algn="l">
              <a:defRPr lang="en-US" dirty="0"/>
            </a:lvl1pPr>
          </a:lstStyle>
          <a:p>
            <a:r>
              <a:rPr lang="en-US" dirty="0"/>
              <a:t>Click To Edit Master Title Style</a:t>
            </a:r>
          </a:p>
        </p:txBody>
      </p:sp>
      <p:sp>
        <p:nvSpPr>
          <p:cNvPr id="3" name="Content Placeholder 2"/>
          <p:cNvSpPr>
            <a:spLocks noGrp="1"/>
          </p:cNvSpPr>
          <p:nvPr>
            <p:ph idx="1"/>
          </p:nvPr>
        </p:nvSpPr>
        <p:spPr>
          <a:xfrm>
            <a:off x="762000" y="1596414"/>
            <a:ext cx="8077200" cy="4297363"/>
          </a:xfrm>
        </p:spPr>
        <p:txBody>
          <a:bodyPr>
            <a:normAutofit/>
          </a:bodyPr>
          <a:lstStyle>
            <a:lvl1pPr>
              <a:defRPr sz="3200">
                <a:latin typeface="+mn-lt"/>
              </a:defRPr>
            </a:lvl1pPr>
            <a:lvl2pPr>
              <a:defRPr sz="2800">
                <a:latin typeface="+mn-lt"/>
              </a:defRPr>
            </a:lvl2pPr>
            <a:lvl3pPr>
              <a:defRPr sz="2400">
                <a:latin typeface="+mn-lt"/>
              </a:defRPr>
            </a:lvl3pPr>
            <a:lvl4pPr>
              <a:defRPr sz="2400">
                <a:latin typeface="+mn-lt"/>
              </a:defRPr>
            </a:lvl4pPr>
            <a:lvl5pPr>
              <a:defRPr sz="2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840304-114D-4CC8-B669-C83CD457901F}" type="datetime1">
              <a:rPr lang="en-US" smtClean="0"/>
              <a:t>9/24/2020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705600" y="6356351"/>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717703-4EFE-4E7F-A359-9681357E8C69}" type="datetime1">
              <a:rPr lang="en-US" smtClean="0"/>
              <a:t>9/24/2020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1178054217"/>
      </p:ext>
    </p:extLst>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FAF7522-8AFF-4D2D-87E0-7154023CE976}" type="datetime1">
              <a:rPr lang="en-US" smtClean="0"/>
              <a:t>9/24/2020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858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8736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736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C3617F7-FEB3-4184-8288-F201DA9C85CB}" type="datetime1">
              <a:rPr lang="en-US" smtClean="0"/>
              <a:t>9/24/2020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036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B7CBDA-4DEB-4802-A367-A6E6B5341B32}" type="datetime1">
              <a:rPr lang="en-US" smtClean="0"/>
              <a:t>9/24/2020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38196F-88F4-4C02-92D5-2C7A2CE39794}" type="datetime1">
              <a:rPr lang="en-US" smtClean="0"/>
              <a:t>9/24/2020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7A6835-E675-474F-A04A-0BCCDEA85480}" type="datetime1">
              <a:rPr lang="en-US" smtClean="0"/>
              <a:t>9/24/2020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274639"/>
            <a:ext cx="5867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8FCCBA-0156-4B98-9890-93EE19DD540A}" type="datetime1">
              <a:rPr lang="en-US" smtClean="0"/>
              <a:t>9/24/2020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E2D2792-63B3-4BE7-9915-634ABE6C8564}" type="datetime1">
              <a:rPr lang="en-US" smtClean="0"/>
              <a:t>9/24/2020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0E6A0A-485D-43AE-A42B-A6029558581D}" type="datetime1">
              <a:rPr lang="en-US" smtClean="0"/>
              <a:t>9/24/2020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5" y="1"/>
            <a:ext cx="9100457" cy="6879771"/>
          </a:xfrm>
          <a:prstGeom prst="rect">
            <a:avLst/>
          </a:prstGeom>
        </p:spPr>
      </p:pic>
      <p:sp>
        <p:nvSpPr>
          <p:cNvPr id="3" name="Date Placeholder 3"/>
          <p:cNvSpPr>
            <a:spLocks noGrp="1"/>
          </p:cNvSpPr>
          <p:nvPr>
            <p:ph type="dt" sz="half" idx="10"/>
          </p:nvPr>
        </p:nvSpPr>
        <p:spPr>
          <a:xfrm>
            <a:off x="762000" y="6356351"/>
            <a:ext cx="2133600" cy="365125"/>
          </a:xfrm>
        </p:spPr>
        <p:txBody>
          <a:bodyPr/>
          <a:lstStyle/>
          <a:p>
            <a:fld id="{64BBC39E-C9FB-4EDB-B7B6-7365DA5C8F1B}" type="datetime1">
              <a:rPr lang="en-US" smtClean="0"/>
              <a:t>9/24/2020</a:t>
            </a:fld>
            <a:endParaRPr lang="en-US" dirty="0"/>
          </a:p>
        </p:txBody>
      </p:sp>
      <p:sp>
        <p:nvSpPr>
          <p:cNvPr id="4" name="Footer Placeholder 4"/>
          <p:cNvSpPr>
            <a:spLocks noGrp="1"/>
          </p:cNvSpPr>
          <p:nvPr>
            <p:ph type="ftr" sz="quarter" idx="11"/>
          </p:nvPr>
        </p:nvSpPr>
        <p:spPr>
          <a:xfrm>
            <a:off x="3352800" y="6356351"/>
            <a:ext cx="2895600" cy="365125"/>
          </a:xfrm>
        </p:spPr>
        <p:txBody>
          <a:bodyPr/>
          <a:lstStyle/>
          <a:p>
            <a:endParaRPr lang="en-US" dirty="0"/>
          </a:p>
        </p:txBody>
      </p:sp>
      <p:sp>
        <p:nvSpPr>
          <p:cNvPr id="5" name="Slide Number Placeholder 5"/>
          <p:cNvSpPr>
            <a:spLocks noGrp="1"/>
          </p:cNvSpPr>
          <p:nvPr>
            <p:ph type="sldNum" sz="quarter" idx="12"/>
          </p:nvPr>
        </p:nvSpPr>
        <p:spPr>
          <a:xfrm>
            <a:off x="6705600" y="6356351"/>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9A17CF1-E3B4-4A39-86CE-C3081B1203D0}" type="datetime1">
              <a:rPr lang="en-US" smtClean="0"/>
              <a:t>9/24/2020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2903286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B3F042-0BE3-47F6-A757-CE382A0F7C22}" type="datetime1">
              <a:rPr lang="en-US" smtClean="0"/>
              <a:t>9/24/2020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1877400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254B5B-ED2A-4E73-A6EA-091C375CD566}" type="datetime1">
              <a:rPr lang="en-US" smtClean="0"/>
              <a:t>9/24/2020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35225486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1861BB7-DFDE-4118-82CB-EC6251822592}" type="datetime1">
              <a:rPr lang="en-US" smtClean="0"/>
              <a:t>9/24/2020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26740533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B47BD6-EC15-4CC5-8955-FF6EA464CAFC}" type="datetime1">
              <a:rPr lang="en-US" smtClean="0"/>
              <a:t>9/24/2020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14955766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9D3ADD-2DE2-4AFD-B776-4622F68C068B}" type="datetime1">
              <a:rPr lang="en-US" smtClean="0"/>
              <a:t>9/24/2020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38526568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C6E1BE-CC60-4B02-A535-4FF490A691BA}" type="datetime1">
              <a:rPr lang="en-US" smtClean="0"/>
              <a:t>9/24/2020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1664416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148E33-F24F-4A79-8F0B-C0C66AE2D412}" type="datetime1">
              <a:rPr lang="en-US" smtClean="0"/>
              <a:t>9/24/2020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2293352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BC8D24-644F-46E7-8695-F5C09E1BE1DD}" type="datetime1">
              <a:rPr lang="en-US" smtClean="0"/>
              <a:t>9/24/2020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29538782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A47514-C810-4008-A2CC-6179EB36D416}" type="datetime1">
              <a:rPr lang="en-US" smtClean="0"/>
              <a:t>9/24/2020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9122575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20F993-22FD-4DB5-A6AE-1573CBBBEBEC}" type="datetime1">
              <a:rPr lang="en-US" smtClean="0"/>
              <a:t>9/24/2020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D2F740-3EC7-4942-AB04-C580C96B2987}" type="slidenum">
              <a:rPr lang="en-US" smtClean="0"/>
              <a:t>‹#›</a:t>
            </a:fld>
            <a:endParaRPr lang="en-US"/>
          </a:p>
        </p:txBody>
      </p:sp>
    </p:spTree>
    <p:extLst>
      <p:ext uri="{BB962C8B-B14F-4D97-AF65-F5344CB8AC3E}">
        <p14:creationId xmlns:p14="http://schemas.microsoft.com/office/powerpoint/2010/main" val="2828567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43545" y="1"/>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2000" y="1600201"/>
            <a:ext cx="8077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FE5E74-2635-4C78-9B69-038F1C63A71C}" type="datetime1">
              <a:rPr lang="en-US" smtClean="0"/>
              <a:t>9/24/2020</a:t>
            </a:fld>
            <a:endParaRPr lang="en-US" dirty="0"/>
          </a:p>
        </p:txBody>
      </p:sp>
      <p:sp>
        <p:nvSpPr>
          <p:cNvPr id="5" name="Footer Placeholder 4"/>
          <p:cNvSpPr>
            <a:spLocks noGrp="1"/>
          </p:cNvSpPr>
          <p:nvPr>
            <p:ph type="ftr" sz="quarter" idx="3"/>
          </p:nvPr>
        </p:nvSpPr>
        <p:spPr>
          <a:xfrm>
            <a:off x="33528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7056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pPr/>
              <a:t>‹#›</a:t>
            </a:fld>
            <a:endParaRPr lang="en-US" dirty="0"/>
          </a:p>
        </p:txBody>
      </p:sp>
      <p:pic>
        <p:nvPicPr>
          <p:cNvPr id="8" name="Picture 7"/>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152400" y="-109183"/>
            <a:ext cx="818707" cy="708318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64" r:id="rId4"/>
    <p:sldLayoutId id="2147483652" r:id="rId5"/>
    <p:sldLayoutId id="2147483653" r:id="rId6"/>
    <p:sldLayoutId id="2147483656" r:id="rId7"/>
    <p:sldLayoutId id="2147483657" r:id="rId8"/>
    <p:sldLayoutId id="2147483658" r:id="rId9"/>
    <p:sldLayoutId id="2147483659" r:id="rId10"/>
    <p:sldLayoutId id="2147483654" r:id="rId11"/>
    <p:sldLayoutId id="2147483655" r:id="rId12"/>
    <p:sldLayoutId id="2147483663" r:id="rId13"/>
  </p:sldLayoutIdLst>
  <p:transition spd="slow">
    <p:wipe dir="d"/>
  </p:transition>
  <p:hf hdr="0" ftr="0" dt="0"/>
  <p:txStyles>
    <p:titleStyle>
      <a:lvl1pPr algn="l" defTabSz="914400" rtl="0" eaLnBrk="1" latinLnBrk="0" hangingPunct="1">
        <a:spcBef>
          <a:spcPct val="0"/>
        </a:spcBef>
        <a:buNone/>
        <a:defRPr lang="en-US" sz="4400"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483285-98D4-445F-B625-20DE29338827}" type="datetime1">
              <a:rPr lang="en-US" smtClean="0"/>
              <a:t>9/24/2020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2F740-3EC7-4942-AB04-C580C96B2987}" type="slidenum">
              <a:rPr lang="en-US" smtClean="0"/>
              <a:t>‹#›</a:t>
            </a:fld>
            <a:endParaRPr lang="en-US"/>
          </a:p>
        </p:txBody>
      </p:sp>
    </p:spTree>
    <p:extLst>
      <p:ext uri="{BB962C8B-B14F-4D97-AF65-F5344CB8AC3E}">
        <p14:creationId xmlns:p14="http://schemas.microsoft.com/office/powerpoint/2010/main" val="110938976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7.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8.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gif"/></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hyperlink" Target="JAVA/java_classes_objects.docx" TargetMode="Externa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hyperlink" Target="https://edabit.com/challenge/JAtN6KLtahAkmT3n3" TargetMode="External"/><Relationship Id="rId3" Type="http://schemas.openxmlformats.org/officeDocument/2006/relationships/image" Target="../media/image8.png"/><Relationship Id="rId7" Type="http://schemas.openxmlformats.org/officeDocument/2006/relationships/hyperlink" Target="https://edabit.com/challenge/SquoES5RxWr4CyX6G"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edabit.com/challenge/RNMKdSEhxdxf2fWsa" TargetMode="External"/><Relationship Id="rId5" Type="http://schemas.openxmlformats.org/officeDocument/2006/relationships/hyperlink" Target="https://edabit.com/challenge/FSKb2sKrGoejfJLrd" TargetMode="External"/><Relationship Id="rId4" Type="http://schemas.openxmlformats.org/officeDocument/2006/relationships/image" Target="../media/image26.png"/><Relationship Id="rId9" Type="http://schemas.openxmlformats.org/officeDocument/2006/relationships/hyperlink" Target="https://edabit.com/challenge/XjYMguBCEf7WqEu8M"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5.jpe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42.jpe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hyperlink" Target="html/ExceptionDemo.bat" TargetMode="External"/><Relationship Id="rId4" Type="http://schemas.openxmlformats.org/officeDocument/2006/relationships/image" Target="../media/image43.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8.png"/><Relationship Id="rId5" Type="http://schemas.openxmlformats.org/officeDocument/2006/relationships/hyperlink" Target="html/HandleExceptionDemo.bat" TargetMode="External"/><Relationship Id="rId4" Type="http://schemas.openxmlformats.org/officeDocument/2006/relationships/image" Target="../media/image44.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8.png"/><Relationship Id="rId4" Type="http://schemas.openxmlformats.org/officeDocument/2006/relationships/image" Target="../media/image45.w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8.png"/><Relationship Id="rId5" Type="http://schemas.openxmlformats.org/officeDocument/2006/relationships/image" Target="../media/image46.wmf"/><Relationship Id="rId4" Type="http://schemas.openxmlformats.org/officeDocument/2006/relationships/oleObject" Target="../embeddings/oleObject4.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5.vml"/><Relationship Id="rId5" Type="http://schemas.openxmlformats.org/officeDocument/2006/relationships/image" Target="../media/image8.png"/><Relationship Id="rId4" Type="http://schemas.openxmlformats.org/officeDocument/2006/relationships/image" Target="../media/image47.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image" Target="../media/image8.png"/><Relationship Id="rId4" Type="http://schemas.openxmlformats.org/officeDocument/2006/relationships/image" Target="../media/image48.wmf"/></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7.vml"/><Relationship Id="rId5" Type="http://schemas.openxmlformats.org/officeDocument/2006/relationships/image" Target="../media/image8.png"/><Relationship Id="rId4" Type="http://schemas.openxmlformats.org/officeDocument/2006/relationships/image" Target="../media/image52.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vmlDrawing" Target="../drawings/vmlDrawing8.vml"/><Relationship Id="rId5" Type="http://schemas.openxmlformats.org/officeDocument/2006/relationships/image" Target="../media/image8.png"/><Relationship Id="rId4" Type="http://schemas.openxmlformats.org/officeDocument/2006/relationships/image" Target="../media/image53.wmf"/></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3.xml"/><Relationship Id="rId1" Type="http://schemas.openxmlformats.org/officeDocument/2006/relationships/vmlDrawing" Target="../drawings/vmlDrawing9.vml"/><Relationship Id="rId5" Type="http://schemas.openxmlformats.org/officeDocument/2006/relationships/image" Target="../media/image8.png"/><Relationship Id="rId4" Type="http://schemas.openxmlformats.org/officeDocument/2006/relationships/image" Target="../media/image54.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xml"/><Relationship Id="rId1" Type="http://schemas.openxmlformats.org/officeDocument/2006/relationships/vmlDrawing" Target="../drawings/vmlDrawing10.vml"/><Relationship Id="rId5" Type="http://schemas.openxmlformats.org/officeDocument/2006/relationships/image" Target="../media/image8.png"/><Relationship Id="rId4" Type="http://schemas.openxmlformats.org/officeDocument/2006/relationships/image" Target="../media/image55.wmf"/></Relationships>
</file>

<file path=ppt/slides/_rels/slide48.xml.rels><?xml version="1.0" encoding="UTF-8" standalone="yes"?>
<Relationships xmlns="http://schemas.openxmlformats.org/package/2006/relationships"><Relationship Id="rId3" Type="http://schemas.openxmlformats.org/officeDocument/2006/relationships/hyperlink" Target="html/TestCircleWithException.bat" TargetMode="External"/><Relationship Id="rId2" Type="http://schemas.openxmlformats.org/officeDocument/2006/relationships/hyperlink" Target="html/TestCircleWithException.html" TargetMode="Externa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hyperlink" Target="html/CircleWithException.html" TargetMode="Externa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hyperlink" Target="JAVA/Exception%20Handling%20Logic%20Building%20Questions.docx" TargetMode="Externa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hyperlink" Target="html/InvalidRadiusException.html" TargetMode="External"/><Relationship Id="rId2" Type="http://schemas.openxmlformats.org/officeDocument/2006/relationships/hyperlink" Target="html/TestCircleWithRadiusException.bat" TargetMode="Externa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hyperlink" Target="html/TestCircleWithRadiusException.html" TargetMode="External"/><Relationship Id="rId4" Type="http://schemas.openxmlformats.org/officeDocument/2006/relationships/hyperlink" Target="html/CircleWithRadiusException.html"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57.png"/></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58.png"/><Relationship Id="rId4" Type="http://schemas.openxmlformats.org/officeDocument/2006/relationships/hyperlink" Target="JAVA/Exception%20handling%20-MCQ-Only%20Questions.docx"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p:txBody>
          <a:bodyPr>
            <a:noAutofit/>
          </a:bodyPr>
          <a:lstStyle/>
          <a:p>
            <a:pPr algn="ctr"/>
            <a:r>
              <a:rPr lang="en-US" sz="3200" dirty="0"/>
              <a:t>Department of</a:t>
            </a:r>
            <a:br>
              <a:rPr lang="en-US" sz="3200" dirty="0"/>
            </a:br>
            <a:r>
              <a:rPr lang="en-US" sz="3200" dirty="0"/>
              <a:t>Computer Science and Engineering</a:t>
            </a:r>
            <a:br>
              <a:rPr lang="en-US" sz="3200" dirty="0"/>
            </a:br>
            <a:r>
              <a:rPr lang="en-US" sz="3200" dirty="0"/>
              <a:t>School of Computing</a:t>
            </a:r>
          </a:p>
        </p:txBody>
      </p:sp>
      <p:sp>
        <p:nvSpPr>
          <p:cNvPr id="3" name="Subtitle 2"/>
          <p:cNvSpPr>
            <a:spLocks noGrp="1"/>
          </p:cNvSpPr>
          <p:nvPr>
            <p:ph type="subTitle" idx="1"/>
            <p:custDataLst>
              <p:tags r:id="rId3"/>
            </p:custDataLst>
          </p:nvPr>
        </p:nvSpPr>
        <p:spPr>
          <a:xfrm>
            <a:off x="3429000" y="3886200"/>
            <a:ext cx="4772528" cy="990600"/>
          </a:xfrm>
        </p:spPr>
        <p:txBody>
          <a:bodyPr>
            <a:normAutofit/>
          </a:bodyPr>
          <a:lstStyle/>
          <a:p>
            <a:pPr lvl="0" algn="ctr"/>
            <a:r>
              <a:rPr lang="en-US" sz="2400" b="1" dirty="0">
                <a:latin typeface="+mj-lt"/>
              </a:rPr>
              <a:t>1151CS117- JAVA PROGRAMMING</a:t>
            </a:r>
          </a:p>
          <a:p>
            <a:pPr lvl="0" algn="ctr"/>
            <a:r>
              <a:rPr lang="en-US" sz="2400" b="1" dirty="0">
                <a:latin typeface="+mj-lt"/>
              </a:rPr>
              <a:t>UNIT II</a:t>
            </a:r>
          </a:p>
          <a:p>
            <a:endParaRPr lang="en-US" sz="2400" dirty="0">
              <a:latin typeface="+mn-lt"/>
            </a:endParaRPr>
          </a:p>
        </p:txBody>
      </p:sp>
      <p:sp>
        <p:nvSpPr>
          <p:cNvPr id="6" name="Rectangle 5"/>
          <p:cNvSpPr/>
          <p:nvPr/>
        </p:nvSpPr>
        <p:spPr>
          <a:xfrm>
            <a:off x="6172200" y="5715000"/>
            <a:ext cx="2819400" cy="923330"/>
          </a:xfrm>
          <a:prstGeom prst="rect">
            <a:avLst/>
          </a:prstGeom>
        </p:spPr>
        <p:txBody>
          <a:bodyPr wrap="square">
            <a:spAutoFit/>
          </a:bodyPr>
          <a:lstStyle/>
          <a:p>
            <a:pPr algn="ctr"/>
            <a:r>
              <a:rPr lang="en-US" b="1" dirty="0">
                <a:solidFill>
                  <a:schemeClr val="tx2">
                    <a:lumMod val="10000"/>
                  </a:schemeClr>
                </a:solidFill>
                <a:latin typeface="+mj-lt"/>
              </a:rPr>
              <a:t>By </a:t>
            </a:r>
          </a:p>
          <a:p>
            <a:pPr algn="ctr"/>
            <a:r>
              <a:rPr lang="en-US" b="1" dirty="0">
                <a:solidFill>
                  <a:schemeClr val="tx2">
                    <a:lumMod val="10000"/>
                  </a:schemeClr>
                </a:solidFill>
                <a:latin typeface="+mj-lt"/>
              </a:rPr>
              <a:t>S.UMA</a:t>
            </a:r>
          </a:p>
          <a:p>
            <a:pPr algn="ctr"/>
            <a:r>
              <a:rPr lang="en-US" b="1" dirty="0">
                <a:solidFill>
                  <a:schemeClr val="tx2">
                    <a:lumMod val="10000"/>
                  </a:schemeClr>
                </a:solidFill>
                <a:latin typeface="+mj-lt"/>
              </a:rPr>
              <a:t>Assistant prof/CSE</a:t>
            </a:r>
          </a:p>
        </p:txBody>
      </p:sp>
      <p:pic>
        <p:nvPicPr>
          <p:cNvPr id="7" name="Picture 6">
            <a:extLst>
              <a:ext uri="{FF2B5EF4-FFF2-40B4-BE49-F238E27FC236}">
                <a16:creationId xmlns:a16="http://schemas.microsoft.com/office/drawing/2014/main" id="{A0C36319-2009-4659-900E-A2B16D8AB11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09800" y="101837"/>
            <a:ext cx="6324600" cy="1335714"/>
          </a:xfrm>
          <a:prstGeom prst="rect">
            <a:avLst/>
          </a:prstGeom>
        </p:spPr>
      </p:pic>
      <p:pic>
        <p:nvPicPr>
          <p:cNvPr id="8" name="Picture 7"/>
          <p:cNvPicPr>
            <a:picLocks noChangeAspect="1"/>
          </p:cNvPicPr>
          <p:nvPr/>
        </p:nvPicPr>
        <p:blipFill>
          <a:blip r:embed="rId7" cstate="email">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a:off x="-206817" y="4724401"/>
            <a:ext cx="2416617" cy="170636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p:cTn id="20"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1"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2" dur="500"/>
                                        <p:tgtEl>
                                          <p:spTgt spid="3">
                                            <p:txEl>
                                              <p:pRg st="0" end="0"/>
                                            </p:txEl>
                                          </p:spTgt>
                                        </p:tgtEl>
                                      </p:cBhvr>
                                    </p:animEffect>
                                  </p:childTnLst>
                                </p:cTn>
                              </p:par>
                              <p:par>
                                <p:cTn id="23" presetID="53" presetClass="entr" presetSubtype="16" fill="hold" nodeType="with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p:cTn id="25"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2"/>
            </p:custDataLst>
          </p:nvPr>
        </p:nvSpPr>
        <p:spPr>
          <a:xfrm>
            <a:off x="762000" y="1143000"/>
            <a:ext cx="8229600" cy="5638799"/>
          </a:xfrm>
        </p:spPr>
        <p:txBody>
          <a:bodyPr>
            <a:normAutofit/>
          </a:bodyPr>
          <a:lstStyle/>
          <a:p>
            <a:pPr marL="0" indent="0" algn="just">
              <a:buNone/>
            </a:pPr>
            <a:r>
              <a:rPr lang="en-US" dirty="0">
                <a:latin typeface="+mj-lt"/>
              </a:rPr>
              <a:t>Package Access - Java API Packages -Basics of Inheritance - Forms of Inheritance - Sub Classes and Subclass Types -Super keyword – Final - Method Overriding - Abstract Classes - Interfaces. </a:t>
            </a:r>
          </a:p>
          <a:p>
            <a:pPr marL="0" indent="0" algn="just">
              <a:buNone/>
            </a:pPr>
            <a:endParaRPr lang="en-US" dirty="0">
              <a:latin typeface="+mj-lt"/>
            </a:endParaRPr>
          </a:p>
          <a:p>
            <a:pPr marL="0" indent="0" algn="just">
              <a:buNone/>
            </a:pPr>
            <a:r>
              <a:rPr lang="en-US" dirty="0">
                <a:latin typeface="+mj-lt"/>
              </a:rPr>
              <a:t>Exception Handling: Java Exception Hierarchy - Exception Types - Throwing and Catching exceptions -Declaring New Exception Types</a:t>
            </a:r>
          </a:p>
        </p:txBody>
      </p:sp>
      <p:sp>
        <p:nvSpPr>
          <p:cNvPr id="4" name="Rectangle 3"/>
          <p:cNvSpPr/>
          <p:nvPr/>
        </p:nvSpPr>
        <p:spPr>
          <a:xfrm>
            <a:off x="-76200"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solidFill>
                  <a:schemeClr val="bg1"/>
                </a:solidFill>
              </a:rPr>
              <a:t>UNIT II - PACKAGE, INHERITANCE AND EXCEPTION HANDLING</a:t>
            </a:r>
            <a:r>
              <a:rPr lang="en-US" sz="3200" b="1" dirty="0"/>
              <a:t>	</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7" name="Picture 2"/>
          <p:cNvPicPr>
            <a:picLocks noChangeAspect="1" noChangeArrowheads="1"/>
          </p:cNvPicPr>
          <p:nvPr/>
        </p:nvPicPr>
        <p:blipFill>
          <a:blip r:embed="rId5"/>
          <a:srcRect/>
          <a:stretch>
            <a:fillRect/>
          </a:stretch>
        </p:blipFill>
        <p:spPr bwMode="auto">
          <a:xfrm>
            <a:off x="7960677" y="0"/>
            <a:ext cx="1183323" cy="9144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33D6E5A2-EC83-451F-A719-9AC1370DD5CF}" type="slidenum">
              <a:rPr lang="en-US" smtClean="0"/>
              <a:pPr/>
              <a:t>2</a:t>
            </a:fld>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 calcmode="lin" valueType="num">
                                      <p:cBhvr>
                                        <p:cTn id="14"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990600"/>
            <a:ext cx="8077200" cy="5334000"/>
          </a:xfrm>
        </p:spPr>
        <p:txBody>
          <a:bodyPr/>
          <a:lstStyle/>
          <a:p>
            <a:r>
              <a:rPr lang="en-US" dirty="0"/>
              <a:t>A </a:t>
            </a:r>
            <a:r>
              <a:rPr lang="en-US" b="1" dirty="0"/>
              <a:t>java package</a:t>
            </a:r>
            <a:r>
              <a:rPr lang="en-US" dirty="0"/>
              <a:t> is a group of similar types of classes, interfaces and sub-packages.</a:t>
            </a:r>
          </a:p>
          <a:p>
            <a:pPr marL="0" indent="0">
              <a:buNone/>
            </a:pPr>
            <a:endParaRPr lang="en-US" dirty="0"/>
          </a:p>
        </p:txBody>
      </p:sp>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Java API Packages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453" y="2057400"/>
            <a:ext cx="7619999" cy="4571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3</a:t>
            </a:fld>
            <a:endParaRPr lang="en-US" dirty="0"/>
          </a:p>
        </p:txBody>
      </p:sp>
    </p:spTree>
    <p:extLst>
      <p:ext uri="{BB962C8B-B14F-4D97-AF65-F5344CB8AC3E}">
        <p14:creationId xmlns:p14="http://schemas.microsoft.com/office/powerpoint/2010/main" val="365878091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mph" presetSubtype="0" fill="hold" nodeType="clickEffect">
                                  <p:stCondLst>
                                    <p:cond delay="0"/>
                                  </p:stCondLst>
                                  <p:childTnLst>
                                    <p:anim calcmode="discrete" valueType="str">
                                      <p:cBhvr override="childStyle">
                                        <p:cTn id="6" dur="2000" fill="hold"/>
                                        <p:tgtEl>
                                          <p:spTgt spid="3">
                                            <p:txEl>
                                              <p:pRg st="0" end="0"/>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76200"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solidFill>
                  <a:schemeClr val="bg1"/>
                </a:solidFill>
              </a:rPr>
              <a:t>Types of Package</a:t>
            </a:r>
            <a:endParaRPr lang="en-US" sz="3200" b="1" dirty="0">
              <a:ln>
                <a:solidFill>
                  <a:schemeClr val="accent1">
                    <a:lumMod val="60000"/>
                    <a:lumOff val="40000"/>
                  </a:schemeClr>
                </a:solidFill>
              </a:ln>
              <a:solidFill>
                <a:schemeClr val="bg1"/>
              </a:solidFill>
              <a:latin typeface="Times New Roman" panose="02020603050405020304" pitchFamily="18" charset="0"/>
              <a:cs typeface="Times New Roman" panose="02020603050405020304" pitchFamily="18" charset="0"/>
            </a:endParaRPr>
          </a:p>
        </p:txBody>
      </p:sp>
      <p:cxnSp>
        <p:nvCxnSpPr>
          <p:cNvPr id="14" name="Straight Arrow Connector 13"/>
          <p:cNvCxnSpPr/>
          <p:nvPr/>
        </p:nvCxnSpPr>
        <p:spPr>
          <a:xfrm>
            <a:off x="2982686" y="3314700"/>
            <a:ext cx="0" cy="419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882991" y="3314700"/>
            <a:ext cx="0" cy="419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971800" y="3314700"/>
            <a:ext cx="394384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a:xfrm>
            <a:off x="1937657" y="1600200"/>
            <a:ext cx="6077448" cy="3276600"/>
            <a:chOff x="1905000" y="1600200"/>
            <a:chExt cx="6077448" cy="3276600"/>
          </a:xfrm>
        </p:grpSpPr>
        <p:sp>
          <p:nvSpPr>
            <p:cNvPr id="2" name="Rectangle 1"/>
            <p:cNvSpPr/>
            <p:nvPr/>
          </p:nvSpPr>
          <p:spPr>
            <a:xfrm>
              <a:off x="1905000" y="3733800"/>
              <a:ext cx="2133600" cy="1143000"/>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solidFill>
                    <a:srgbClr val="00B050"/>
                  </a:solidFill>
                </a:rPr>
                <a:t>User Defined Packages</a:t>
              </a:r>
            </a:p>
          </p:txBody>
        </p:sp>
        <p:sp>
          <p:nvSpPr>
            <p:cNvPr id="7" name="Rectangle 6"/>
            <p:cNvSpPr/>
            <p:nvPr/>
          </p:nvSpPr>
          <p:spPr>
            <a:xfrm>
              <a:off x="3581400" y="1600200"/>
              <a:ext cx="2133600" cy="1143000"/>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solidFill>
                    <a:srgbClr val="00B050"/>
                  </a:solidFill>
                </a:rPr>
                <a:t>PACKAGES</a:t>
              </a:r>
            </a:p>
          </p:txBody>
        </p:sp>
        <p:sp>
          <p:nvSpPr>
            <p:cNvPr id="8" name="Rectangle 7"/>
            <p:cNvSpPr/>
            <p:nvPr/>
          </p:nvSpPr>
          <p:spPr>
            <a:xfrm>
              <a:off x="5848848" y="3733800"/>
              <a:ext cx="2133600" cy="1143000"/>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solidFill>
                    <a:srgbClr val="00B050"/>
                  </a:solidFill>
                </a:rPr>
                <a:t>In Built Packages</a:t>
              </a:r>
            </a:p>
          </p:txBody>
        </p:sp>
        <p:cxnSp>
          <p:nvCxnSpPr>
            <p:cNvPr id="24" name="Straight Connector 23"/>
            <p:cNvCxnSpPr>
              <a:stCxn id="7" idx="2"/>
            </p:cNvCxnSpPr>
            <p:nvPr/>
          </p:nvCxnSpPr>
          <p:spPr>
            <a:xfrm>
              <a:off x="4648200" y="2743200"/>
              <a:ext cx="0" cy="5715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 name="Slide Number Placeholder 2"/>
          <p:cNvSpPr>
            <a:spLocks noGrp="1"/>
          </p:cNvSpPr>
          <p:nvPr>
            <p:ph type="sldNum" sz="quarter" idx="12"/>
          </p:nvPr>
        </p:nvSpPr>
        <p:spPr/>
        <p:txBody>
          <a:bodyPr/>
          <a:lstStyle/>
          <a:p>
            <a:fld id="{33D6E5A2-EC83-451F-A719-9AC1370DD5CF}" type="slidenum">
              <a:rPr lang="en-US" smtClean="0"/>
              <a:pPr/>
              <a:t>4</a:t>
            </a:fld>
            <a:endParaRPr lang="en-US" dirty="0"/>
          </a:p>
        </p:txBody>
      </p:sp>
    </p:spTree>
    <p:extLst>
      <p:ext uri="{BB962C8B-B14F-4D97-AF65-F5344CB8AC3E}">
        <p14:creationId xmlns:p14="http://schemas.microsoft.com/office/powerpoint/2010/main" val="213992225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anim calcmode="lin" valueType="num">
                                      <p:cBhvr>
                                        <p:cTn id="8" dur="2000" fill="hold"/>
                                        <p:tgtEl>
                                          <p:spTgt spid="5">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5">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circle(in)">
                                      <p:cBhvr>
                                        <p:cTn id="14"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Packages and uses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 name="Content Placeholder 5" descr="https://www.mathcs.emory.edu/~cheung/Courses/170/Syllabus/04/FIGS/java-lib04.gif"/>
          <p:cNvPicPr>
            <a:picLocks noGrp="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219200" y="1600200"/>
            <a:ext cx="7333138" cy="4648200"/>
          </a:xfrm>
          <a:prstGeom prst="rect">
            <a:avLst/>
          </a:prstGeom>
          <a:noFill/>
          <a:ln>
            <a:noFill/>
          </a:ln>
        </p:spPr>
      </p:pic>
      <p:sp>
        <p:nvSpPr>
          <p:cNvPr id="2" name="Slide Number Placeholder 1"/>
          <p:cNvSpPr>
            <a:spLocks noGrp="1"/>
          </p:cNvSpPr>
          <p:nvPr>
            <p:ph type="sldNum" sz="quarter" idx="12"/>
          </p:nvPr>
        </p:nvSpPr>
        <p:spPr/>
        <p:txBody>
          <a:bodyPr/>
          <a:lstStyle/>
          <a:p>
            <a:fld id="{33D6E5A2-EC83-451F-A719-9AC1370DD5CF}" type="slidenum">
              <a:rPr lang="en-US" smtClean="0"/>
              <a:pPr/>
              <a:t>5</a:t>
            </a:fld>
            <a:endParaRPr lang="en-US" dirty="0"/>
          </a:p>
        </p:txBody>
      </p:sp>
    </p:spTree>
    <p:extLst>
      <p:ext uri="{BB962C8B-B14F-4D97-AF65-F5344CB8AC3E}">
        <p14:creationId xmlns:p14="http://schemas.microsoft.com/office/powerpoint/2010/main" val="21399222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7" presetClass="emph" presetSubtype="0" fill="remove" nodeType="clickEffect">
                                  <p:stCondLst>
                                    <p:cond delay="0"/>
                                  </p:stCondLst>
                                  <p:childTnLst>
                                    <p:animClr clrSpc="rgb" dir="cw">
                                      <p:cBhvr override="childStyle">
                                        <p:cTn id="12" dur="250" autoRev="1" fill="remove"/>
                                        <p:tgtEl>
                                          <p:spTgt spid="6"/>
                                        </p:tgtEl>
                                        <p:attrNameLst>
                                          <p:attrName>style.color</p:attrName>
                                        </p:attrNameLst>
                                      </p:cBhvr>
                                      <p:to>
                                        <a:schemeClr val="bg1"/>
                                      </p:to>
                                    </p:animClr>
                                    <p:animClr clrSpc="rgb" dir="cw">
                                      <p:cBhvr>
                                        <p:cTn id="13" dur="250" autoRev="1" fill="remove"/>
                                        <p:tgtEl>
                                          <p:spTgt spid="6"/>
                                        </p:tgtEl>
                                        <p:attrNameLst>
                                          <p:attrName>fillcolor</p:attrName>
                                        </p:attrNameLst>
                                      </p:cBhvr>
                                      <p:to>
                                        <a:schemeClr val="bg1"/>
                                      </p:to>
                                    </p:animClr>
                                    <p:set>
                                      <p:cBhvr>
                                        <p:cTn id="14" dur="250" autoRev="1" fill="remove"/>
                                        <p:tgtEl>
                                          <p:spTgt spid="6"/>
                                        </p:tgtEl>
                                        <p:attrNameLst>
                                          <p:attrName>fill.type</p:attrName>
                                        </p:attrNameLst>
                                      </p:cBhvr>
                                      <p:to>
                                        <p:strVal val="solid"/>
                                      </p:to>
                                    </p:set>
                                    <p:set>
                                      <p:cBhvr>
                                        <p:cTn id="15" dur="250" autoRev="1" fill="remove"/>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Package Access </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 name="Content Placeholder 5" descr="access-modifiers-in-java"/>
          <p:cNvPicPr>
            <a:picLocks noGrp="1"/>
          </p:cNvPicPr>
          <p:nvPr>
            <p:ph idx="1"/>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5800" y="1524000"/>
            <a:ext cx="8305800" cy="5181600"/>
          </a:xfrm>
          <a:prstGeom prst="rect">
            <a:avLst/>
          </a:prstGeom>
          <a:noFill/>
          <a:ln>
            <a:noFill/>
          </a:ln>
        </p:spPr>
      </p:pic>
      <p:sp>
        <p:nvSpPr>
          <p:cNvPr id="2" name="Slide Number Placeholder 1"/>
          <p:cNvSpPr>
            <a:spLocks noGrp="1"/>
          </p:cNvSpPr>
          <p:nvPr>
            <p:ph type="sldNum" sz="quarter" idx="12"/>
          </p:nvPr>
        </p:nvSpPr>
        <p:spPr/>
        <p:txBody>
          <a:bodyPr/>
          <a:lstStyle/>
          <a:p>
            <a:fld id="{33D6E5A2-EC83-451F-A719-9AC1370DD5CF}" type="slidenum">
              <a:rPr lang="en-US" smtClean="0"/>
              <a:pPr/>
              <a:t>6</a:t>
            </a:fld>
            <a:endParaRPr lang="en-US" dirty="0"/>
          </a:p>
        </p:txBody>
      </p:sp>
    </p:spTree>
    <p:extLst>
      <p:ext uri="{BB962C8B-B14F-4D97-AF65-F5344CB8AC3E}">
        <p14:creationId xmlns:p14="http://schemas.microsoft.com/office/powerpoint/2010/main" val="213992225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gtEl>
                                        <p:attrNameLst>
                                          <p:attrName>style.color</p:attrName>
                                        </p:attrNameLst>
                                      </p:cBhvr>
                                      <p:to>
                                        <a:schemeClr val="accent2"/>
                                      </p:to>
                                    </p:animClr>
                                    <p:animClr clrSpc="rgb" dir="cw">
                                      <p:cBhvr>
                                        <p:cTn id="7" dur="500" fill="hold"/>
                                        <p:tgtEl>
                                          <p:spTgt spid="6"/>
                                        </p:tgtEl>
                                        <p:attrNameLst>
                                          <p:attrName>fillcolor</p:attrName>
                                        </p:attrNameLst>
                                      </p:cBhvr>
                                      <p:to>
                                        <a:schemeClr val="accent2"/>
                                      </p:to>
                                    </p:animClr>
                                    <p:set>
                                      <p:cBhvr>
                                        <p:cTn id="8" dur="500" fill="hold"/>
                                        <p:tgtEl>
                                          <p:spTgt spid="6"/>
                                        </p:tgtEl>
                                        <p:attrNameLst>
                                          <p:attrName>fill.type</p:attrName>
                                        </p:attrNameLst>
                                      </p:cBhvr>
                                      <p:to>
                                        <p:strVal val="solid"/>
                                      </p:to>
                                    </p:set>
                                    <p:set>
                                      <p:cBhvr>
                                        <p:cTn id="9" dur="500" fill="hold"/>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Creating a Package </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62000" y="1371601"/>
            <a:ext cx="7790338"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7</a:t>
            </a:fld>
            <a:endParaRPr lang="en-US" dirty="0"/>
          </a:p>
        </p:txBody>
      </p:sp>
    </p:spTree>
    <p:extLst>
      <p:ext uri="{BB962C8B-B14F-4D97-AF65-F5344CB8AC3E}">
        <p14:creationId xmlns:p14="http://schemas.microsoft.com/office/powerpoint/2010/main" val="21399222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mph" presetSubtype="0" fill="hold" nodeType="clickEffect">
                                  <p:stCondLst>
                                    <p:cond delay="0"/>
                                  </p:stCondLst>
                                  <p:childTnLst>
                                    <p:animClr clrSpc="hsl" dir="cw">
                                      <p:cBhvr override="childStyle">
                                        <p:cTn id="6" dur="500" fill="hold"/>
                                        <p:tgtEl>
                                          <p:spTgt spid="5">
                                            <p:txEl>
                                              <p:pRg st="0" end="0"/>
                                            </p:txEl>
                                          </p:spTgt>
                                        </p:tgtEl>
                                        <p:attrNameLst>
                                          <p:attrName>style.color</p:attrName>
                                        </p:attrNameLst>
                                      </p:cBhvr>
                                      <p:by>
                                        <p:hsl h="0" s="-70588" l="0"/>
                                      </p:by>
                                    </p:animClr>
                                    <p:animClr clrSpc="hsl" dir="cw">
                                      <p:cBhvr>
                                        <p:cTn id="7" dur="500" fill="hold"/>
                                        <p:tgtEl>
                                          <p:spTgt spid="5">
                                            <p:txEl>
                                              <p:pRg st="0" end="0"/>
                                            </p:txEl>
                                          </p:spTgt>
                                        </p:tgtEl>
                                        <p:attrNameLst>
                                          <p:attrName>fillcolor</p:attrName>
                                        </p:attrNameLst>
                                      </p:cBhvr>
                                      <p:by>
                                        <p:hsl h="0" s="-70588" l="0"/>
                                      </p:by>
                                    </p:animClr>
                                    <p:animClr clrSpc="hsl" dir="cw">
                                      <p:cBhvr>
                                        <p:cTn id="8" dur="500" fill="hold"/>
                                        <p:tgtEl>
                                          <p:spTgt spid="5">
                                            <p:txEl>
                                              <p:pRg st="0" end="0"/>
                                            </p:txEl>
                                          </p:spTgt>
                                        </p:tgtEl>
                                        <p:attrNameLst>
                                          <p:attrName>stroke.color</p:attrName>
                                        </p:attrNameLst>
                                      </p:cBhvr>
                                      <p:by>
                                        <p:hsl h="0" s="-70588" l="0"/>
                                      </p:by>
                                    </p:animClr>
                                    <p:set>
                                      <p:cBhvr>
                                        <p:cTn id="9" dur="500" fill="hold"/>
                                        <p:tgtEl>
                                          <p:spTgt spid="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0" presetClass="emph" presetSubtype="0" fill="hold" nodeType="clickEffect">
                                  <p:stCondLst>
                                    <p:cond delay="0"/>
                                  </p:stCondLst>
                                  <p:childTnLst>
                                    <p:animClr clrSpc="hsl" dir="cw">
                                      <p:cBhvr override="childStyle">
                                        <p:cTn id="13" dur="500" fill="hold"/>
                                        <p:tgtEl>
                                          <p:spTgt spid="2050"/>
                                        </p:tgtEl>
                                        <p:attrNameLst>
                                          <p:attrName>style.color</p:attrName>
                                        </p:attrNameLst>
                                      </p:cBhvr>
                                      <p:by>
                                        <p:hsl h="0" s="12549" l="25098"/>
                                      </p:by>
                                    </p:animClr>
                                    <p:animClr clrSpc="hsl" dir="cw">
                                      <p:cBhvr>
                                        <p:cTn id="14" dur="500" fill="hold"/>
                                        <p:tgtEl>
                                          <p:spTgt spid="2050"/>
                                        </p:tgtEl>
                                        <p:attrNameLst>
                                          <p:attrName>fillcolor</p:attrName>
                                        </p:attrNameLst>
                                      </p:cBhvr>
                                      <p:by>
                                        <p:hsl h="0" s="12549" l="25098"/>
                                      </p:by>
                                    </p:animClr>
                                    <p:animClr clrSpc="hsl" dir="cw">
                                      <p:cBhvr>
                                        <p:cTn id="15" dur="500" fill="hold"/>
                                        <p:tgtEl>
                                          <p:spTgt spid="2050"/>
                                        </p:tgtEl>
                                        <p:attrNameLst>
                                          <p:attrName>stroke.color</p:attrName>
                                        </p:attrNameLst>
                                      </p:cBhvr>
                                      <p:by>
                                        <p:hsl h="0" s="12549" l="25098"/>
                                      </p:by>
                                    </p:animClr>
                                    <p:set>
                                      <p:cBhvr>
                                        <p:cTn id="16" dur="500" fill="hold"/>
                                        <p:tgtEl>
                                          <p:spTgt spid="205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458200" cy="5638800"/>
          </a:xfrm>
        </p:spPr>
        <p:txBody>
          <a:bodyPr/>
          <a:lstStyle/>
          <a:p>
            <a:r>
              <a:rPr lang="en-US" sz="2000" dirty="0"/>
              <a:t>Choose the name of the package : </a:t>
            </a:r>
            <a:r>
              <a:rPr lang="en-US" sz="2000" dirty="0">
                <a:solidFill>
                  <a:srgbClr val="0070C0"/>
                </a:solidFill>
              </a:rPr>
              <a:t>P1</a:t>
            </a:r>
          </a:p>
          <a:p>
            <a:r>
              <a:rPr lang="en-US" sz="2000" dirty="0"/>
              <a:t>Include the package command as the first line of code in your Java Source File  : </a:t>
            </a:r>
            <a:r>
              <a:rPr lang="en-US" sz="2000" dirty="0">
                <a:solidFill>
                  <a:srgbClr val="0070C0"/>
                </a:solidFill>
              </a:rPr>
              <a:t>package p1</a:t>
            </a:r>
          </a:p>
          <a:p>
            <a:r>
              <a:rPr lang="en-US" sz="2000" dirty="0"/>
              <a:t>The Source file contains the classes, interfaces, </a:t>
            </a:r>
            <a:r>
              <a:rPr lang="en-US" sz="2000" dirty="0" err="1"/>
              <a:t>etc</a:t>
            </a:r>
            <a:r>
              <a:rPr lang="en-US" sz="2000" dirty="0"/>
              <a:t> you want to include in the package</a:t>
            </a:r>
          </a:p>
          <a:p>
            <a:r>
              <a:rPr lang="en-US" sz="2000" dirty="0"/>
              <a:t>Compile to create the Java packages: </a:t>
            </a:r>
            <a:r>
              <a:rPr lang="en-US" sz="2000" dirty="0" err="1">
                <a:solidFill>
                  <a:srgbClr val="0070C0"/>
                </a:solidFill>
              </a:rPr>
              <a:t>javac</a:t>
            </a:r>
            <a:r>
              <a:rPr lang="en-US" sz="2000" dirty="0">
                <a:solidFill>
                  <a:srgbClr val="0070C0"/>
                </a:solidFill>
              </a:rPr>
              <a:t> –d . demo.java</a:t>
            </a:r>
          </a:p>
          <a:p>
            <a:endParaRPr lang="en-US" sz="2000" dirty="0"/>
          </a:p>
          <a:p>
            <a:endParaRPr lang="en-US" dirty="0"/>
          </a:p>
          <a:p>
            <a:endParaRPr lang="en-US" dirty="0"/>
          </a:p>
        </p:txBody>
      </p:sp>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t>How to Create a package?</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124200"/>
            <a:ext cx="7162800"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8</a:t>
            </a:fld>
            <a:endParaRPr lang="en-US" dirty="0"/>
          </a:p>
        </p:txBody>
      </p:sp>
    </p:spTree>
    <p:extLst>
      <p:ext uri="{BB962C8B-B14F-4D97-AF65-F5344CB8AC3E}">
        <p14:creationId xmlns:p14="http://schemas.microsoft.com/office/powerpoint/2010/main" val="213992225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animEffect transition="in" filter="wipe(down)">
                                      <p:cBhvr>
                                        <p:cTn id="11" dur="580">
                                          <p:stCondLst>
                                            <p:cond delay="0"/>
                                          </p:stCondLst>
                                        </p:cTn>
                                        <p:tgtEl>
                                          <p:spTgt spid="3074"/>
                                        </p:tgtEl>
                                      </p:cBhvr>
                                    </p:animEffect>
                                    <p:anim calcmode="lin" valueType="num">
                                      <p:cBhvr>
                                        <p:cTn id="12" dur="1822" tmFilter="0,0; 0.14,0.36; 0.43,0.73; 0.71,0.91; 1.0,1.0">
                                          <p:stCondLst>
                                            <p:cond delay="0"/>
                                          </p:stCondLst>
                                        </p:cTn>
                                        <p:tgtEl>
                                          <p:spTgt spid="3074"/>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3074"/>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3074"/>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3074"/>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3074"/>
                                        </p:tgtEl>
                                        <p:attrNameLst>
                                          <p:attrName>ppt_y</p:attrName>
                                        </p:attrNameLst>
                                      </p:cBhvr>
                                      <p:tavLst>
                                        <p:tav tm="0" fmla="#ppt_y-sin(pi*$)/81">
                                          <p:val>
                                            <p:fltVal val="0"/>
                                          </p:val>
                                        </p:tav>
                                        <p:tav tm="100000">
                                          <p:val>
                                            <p:fltVal val="1"/>
                                          </p:val>
                                        </p:tav>
                                      </p:tavLst>
                                    </p:anim>
                                    <p:animScale>
                                      <p:cBhvr>
                                        <p:cTn id="17" dur="26">
                                          <p:stCondLst>
                                            <p:cond delay="650"/>
                                          </p:stCondLst>
                                        </p:cTn>
                                        <p:tgtEl>
                                          <p:spTgt spid="3074"/>
                                        </p:tgtEl>
                                      </p:cBhvr>
                                      <p:to x="100000" y="60000"/>
                                    </p:animScale>
                                    <p:animScale>
                                      <p:cBhvr>
                                        <p:cTn id="18" dur="166" decel="50000">
                                          <p:stCondLst>
                                            <p:cond delay="676"/>
                                          </p:stCondLst>
                                        </p:cTn>
                                        <p:tgtEl>
                                          <p:spTgt spid="3074"/>
                                        </p:tgtEl>
                                      </p:cBhvr>
                                      <p:to x="100000" y="100000"/>
                                    </p:animScale>
                                    <p:animScale>
                                      <p:cBhvr>
                                        <p:cTn id="19" dur="26">
                                          <p:stCondLst>
                                            <p:cond delay="1312"/>
                                          </p:stCondLst>
                                        </p:cTn>
                                        <p:tgtEl>
                                          <p:spTgt spid="3074"/>
                                        </p:tgtEl>
                                      </p:cBhvr>
                                      <p:to x="100000" y="80000"/>
                                    </p:animScale>
                                    <p:animScale>
                                      <p:cBhvr>
                                        <p:cTn id="20" dur="166" decel="50000">
                                          <p:stCondLst>
                                            <p:cond delay="1338"/>
                                          </p:stCondLst>
                                        </p:cTn>
                                        <p:tgtEl>
                                          <p:spTgt spid="3074"/>
                                        </p:tgtEl>
                                      </p:cBhvr>
                                      <p:to x="100000" y="100000"/>
                                    </p:animScale>
                                    <p:animScale>
                                      <p:cBhvr>
                                        <p:cTn id="21" dur="26">
                                          <p:stCondLst>
                                            <p:cond delay="1642"/>
                                          </p:stCondLst>
                                        </p:cTn>
                                        <p:tgtEl>
                                          <p:spTgt spid="3074"/>
                                        </p:tgtEl>
                                      </p:cBhvr>
                                      <p:to x="100000" y="90000"/>
                                    </p:animScale>
                                    <p:animScale>
                                      <p:cBhvr>
                                        <p:cTn id="22" dur="166" decel="50000">
                                          <p:stCondLst>
                                            <p:cond delay="1668"/>
                                          </p:stCondLst>
                                        </p:cTn>
                                        <p:tgtEl>
                                          <p:spTgt spid="3074"/>
                                        </p:tgtEl>
                                      </p:cBhvr>
                                      <p:to x="100000" y="100000"/>
                                    </p:animScale>
                                    <p:animScale>
                                      <p:cBhvr>
                                        <p:cTn id="23" dur="26">
                                          <p:stCondLst>
                                            <p:cond delay="1808"/>
                                          </p:stCondLst>
                                        </p:cTn>
                                        <p:tgtEl>
                                          <p:spTgt spid="3074"/>
                                        </p:tgtEl>
                                      </p:cBhvr>
                                      <p:to x="100000" y="95000"/>
                                    </p:animScale>
                                    <p:animScale>
                                      <p:cBhvr>
                                        <p:cTn id="24" dur="166" decel="50000">
                                          <p:stCondLst>
                                            <p:cond delay="1834"/>
                                          </p:stCondLst>
                                        </p:cTn>
                                        <p:tgtEl>
                                          <p:spTgt spid="3074"/>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wheel(1)">
                                      <p:cBhvr>
                                        <p:cTn id="29" dur="2000"/>
                                        <p:tgtEl>
                                          <p:spTgt spid="3">
                                            <p:txEl>
                                              <p:pRg st="0" end="0"/>
                                            </p:txEl>
                                          </p:spTgt>
                                        </p:tgtEl>
                                      </p:cBhvr>
                                    </p:animEffect>
                                  </p:childTnLst>
                                </p:cTn>
                              </p:par>
                              <p:par>
                                <p:cTn id="30" presetID="21" presetClass="entr" presetSubtype="1" fill="hold" nodeType="with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wheel(1)">
                                      <p:cBhvr>
                                        <p:cTn id="32" dur="2000"/>
                                        <p:tgtEl>
                                          <p:spTgt spid="3">
                                            <p:txEl>
                                              <p:pRg st="1" end="1"/>
                                            </p:txEl>
                                          </p:spTgt>
                                        </p:tgtEl>
                                      </p:cBhvr>
                                    </p:animEffect>
                                  </p:childTnLst>
                                </p:cTn>
                              </p:par>
                              <p:par>
                                <p:cTn id="33" presetID="21" presetClass="entr" presetSubtype="1"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wheel(1)">
                                      <p:cBhvr>
                                        <p:cTn id="35" dur="2000"/>
                                        <p:tgtEl>
                                          <p:spTgt spid="3">
                                            <p:txEl>
                                              <p:pRg st="2" end="2"/>
                                            </p:txEl>
                                          </p:spTgt>
                                        </p:tgtEl>
                                      </p:cBhvr>
                                    </p:animEffect>
                                  </p:childTnLst>
                                </p:cTn>
                              </p:par>
                              <p:par>
                                <p:cTn id="36" presetID="21" presetClass="entr" presetSubtype="1" fill="hold" nodeType="with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wheel(1)">
                                      <p:cBhvr>
                                        <p:cTn id="38"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ln>
                  <a:solidFill>
                    <a:schemeClr val="accent1">
                      <a:lumMod val="60000"/>
                      <a:lumOff val="40000"/>
                    </a:schemeClr>
                  </a:solidFill>
                </a:ln>
                <a:solidFill>
                  <a:schemeClr val="bg1"/>
                </a:solidFill>
                <a:latin typeface="Times New Roman" panose="02020603050405020304" pitchFamily="18" charset="0"/>
                <a:cs typeface="Times New Roman" panose="02020603050405020304" pitchFamily="18" charset="0"/>
              </a:rPr>
              <a:t>Activity 1</a:t>
            </a:r>
          </a:p>
        </p:txBody>
      </p:sp>
      <p:pic>
        <p:nvPicPr>
          <p:cNvPr id="11266"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914400" y="1219200"/>
            <a:ext cx="3200400" cy="3047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4191000" y="4724400"/>
            <a:ext cx="4572000" cy="584775"/>
          </a:xfrm>
          <a:prstGeom prst="rect">
            <a:avLst/>
          </a:prstGeom>
        </p:spPr>
        <p:txBody>
          <a:bodyPr wrap="square">
            <a:spAutoFit/>
          </a:bodyPr>
          <a:lstStyle/>
          <a:p>
            <a:r>
              <a:rPr lang="en-US" sz="3200" dirty="0">
                <a:hlinkClick r:id="rId5" action="ppaction://hlinkfile"/>
              </a:rPr>
              <a:t>Activity</a:t>
            </a:r>
            <a:endParaRPr lang="en-US" sz="3200" dirty="0"/>
          </a:p>
        </p:txBody>
      </p:sp>
      <p:sp>
        <p:nvSpPr>
          <p:cNvPr id="2" name="Slide Number Placeholder 1"/>
          <p:cNvSpPr>
            <a:spLocks noGrp="1"/>
          </p:cNvSpPr>
          <p:nvPr>
            <p:ph type="sldNum" sz="quarter" idx="12"/>
          </p:nvPr>
        </p:nvSpPr>
        <p:spPr/>
        <p:txBody>
          <a:bodyPr/>
          <a:lstStyle/>
          <a:p>
            <a:fld id="{33D6E5A2-EC83-451F-A719-9AC1370DD5CF}" type="slidenum">
              <a:rPr lang="en-US" smtClean="0"/>
              <a:pPr/>
              <a:t>9</a:t>
            </a:fld>
            <a:endParaRPr lang="en-US" dirty="0"/>
          </a:p>
        </p:txBody>
      </p:sp>
    </p:spTree>
    <p:extLst>
      <p:ext uri="{BB962C8B-B14F-4D97-AF65-F5344CB8AC3E}">
        <p14:creationId xmlns:p14="http://schemas.microsoft.com/office/powerpoint/2010/main" val="353034896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143000"/>
            <a:ext cx="8077200" cy="5334000"/>
          </a:xfrm>
        </p:spPr>
        <p:txBody>
          <a:bodyPr/>
          <a:lstStyle/>
          <a:p>
            <a:r>
              <a:rPr lang="en-US" b="1" dirty="0"/>
              <a:t>Inheritance in java</a:t>
            </a:r>
            <a:r>
              <a:rPr lang="en-US" dirty="0"/>
              <a:t> is a mechanism in which one object acquires all the properties and behaviors of parent object</a:t>
            </a:r>
          </a:p>
          <a:p>
            <a:r>
              <a:rPr lang="en-US" dirty="0"/>
              <a:t>Inheritance represents the </a:t>
            </a:r>
            <a:r>
              <a:rPr lang="en-US" b="1" dirty="0"/>
              <a:t>IS-A relationship</a:t>
            </a:r>
            <a:r>
              <a:rPr lang="en-US" dirty="0"/>
              <a:t>, also known as </a:t>
            </a:r>
            <a:r>
              <a:rPr lang="en-US" i="1" dirty="0"/>
              <a:t>parent-child</a:t>
            </a:r>
            <a:r>
              <a:rPr lang="en-US" dirty="0"/>
              <a:t> relationship</a:t>
            </a:r>
          </a:p>
        </p:txBody>
      </p:sp>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Basics of Inheritance</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4098" name="Picture 2" descr="https://www.edureka.co/blog/wp-content/uploads/2017/04/Inheritance-1-468x3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831771"/>
            <a:ext cx="4457700"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10</a:t>
            </a:fld>
            <a:endParaRPr lang="en-US" dirty="0"/>
          </a:p>
        </p:txBody>
      </p:sp>
    </p:spTree>
    <p:extLst>
      <p:ext uri="{BB962C8B-B14F-4D97-AF65-F5344CB8AC3E}">
        <p14:creationId xmlns:p14="http://schemas.microsoft.com/office/powerpoint/2010/main" val="2139922258"/>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098"/>
                                        </p:tgtEl>
                                        <p:attrNameLst>
                                          <p:attrName>style.visibility</p:attrName>
                                        </p:attrNameLst>
                                      </p:cBhvr>
                                      <p:to>
                                        <p:strVal val="visible"/>
                                      </p:to>
                                    </p:set>
                                    <p:animEffect transition="in" filter="fade">
                                      <p:cBhvr>
                                        <p:cTn id="19" dur="1000"/>
                                        <p:tgtEl>
                                          <p:spTgt spid="4098"/>
                                        </p:tgtEl>
                                      </p:cBhvr>
                                    </p:animEffect>
                                    <p:anim calcmode="lin" valueType="num">
                                      <p:cBhvr>
                                        <p:cTn id="20" dur="1000" fill="hold"/>
                                        <p:tgtEl>
                                          <p:spTgt spid="4098"/>
                                        </p:tgtEl>
                                        <p:attrNameLst>
                                          <p:attrName>ppt_x</p:attrName>
                                        </p:attrNameLst>
                                      </p:cBhvr>
                                      <p:tavLst>
                                        <p:tav tm="0">
                                          <p:val>
                                            <p:strVal val="#ppt_x"/>
                                          </p:val>
                                        </p:tav>
                                        <p:tav tm="100000">
                                          <p:val>
                                            <p:strVal val="#ppt_x"/>
                                          </p:val>
                                        </p:tav>
                                      </p:tavLst>
                                    </p:anim>
                                    <p:anim calcmode="lin" valueType="num">
                                      <p:cBhvr>
                                        <p:cTn id="21"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Forms of Inheritance</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1026"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914400" y="1066800"/>
            <a:ext cx="2057400" cy="2409468"/>
          </a:xfrm>
          <a:prstGeom prst="rect">
            <a:avLst/>
          </a:prstGeom>
          <a:ln/>
          <a:effectLst>
            <a:glow rad="63500">
              <a:schemeClr val="accent5">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1295400"/>
            <a:ext cx="2623457"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7657" y="1219200"/>
            <a:ext cx="3305175"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7000" y="3657600"/>
            <a:ext cx="4324350" cy="2800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11</a:t>
            </a:fld>
            <a:endParaRPr lang="en-US" dirty="0"/>
          </a:p>
        </p:txBody>
      </p:sp>
    </p:spTree>
    <p:extLst>
      <p:ext uri="{BB962C8B-B14F-4D97-AF65-F5344CB8AC3E}">
        <p14:creationId xmlns:p14="http://schemas.microsoft.com/office/powerpoint/2010/main" val="213992225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5">
                                            <p:txEl>
                                              <p:pRg st="0" end="0"/>
                                            </p:txEl>
                                          </p:spTgt>
                                        </p:tgtEl>
                                        <p:attrNameLst>
                                          <p:attrName>style.opacity</p:attrName>
                                        </p:attrNameLst>
                                      </p:cBhvr>
                                      <p:to>
                                        <p:strVal val="0.5"/>
                                      </p:to>
                                    </p:set>
                                    <p:animEffect filter="image" prLst="opacity: 0.5">
                                      <p:cBhvr rctx="IE">
                                        <p:cTn id="7" dur="indefinite"/>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1000"/>
                                        <p:tgtEl>
                                          <p:spTgt spid="1026"/>
                                        </p:tgtEl>
                                      </p:cBhvr>
                                    </p:animEffect>
                                    <p:anim calcmode="lin" valueType="num">
                                      <p:cBhvr>
                                        <p:cTn id="13" dur="1000" fill="hold"/>
                                        <p:tgtEl>
                                          <p:spTgt spid="1026"/>
                                        </p:tgtEl>
                                        <p:attrNameLst>
                                          <p:attrName>ppt_x</p:attrName>
                                        </p:attrNameLst>
                                      </p:cBhvr>
                                      <p:tavLst>
                                        <p:tav tm="0">
                                          <p:val>
                                            <p:strVal val="#ppt_x"/>
                                          </p:val>
                                        </p:tav>
                                        <p:tav tm="100000">
                                          <p:val>
                                            <p:strVal val="#ppt_x"/>
                                          </p:val>
                                        </p:tav>
                                      </p:tavLst>
                                    </p:anim>
                                    <p:anim calcmode="lin" valueType="num">
                                      <p:cBhvr>
                                        <p:cTn id="14"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27"/>
                                        </p:tgtEl>
                                        <p:attrNameLst>
                                          <p:attrName>style.visibility</p:attrName>
                                        </p:attrNameLst>
                                      </p:cBhvr>
                                      <p:to>
                                        <p:strVal val="visible"/>
                                      </p:to>
                                    </p:set>
                                    <p:animEffect transition="in" filter="fade">
                                      <p:cBhvr>
                                        <p:cTn id="19" dur="1000"/>
                                        <p:tgtEl>
                                          <p:spTgt spid="1027"/>
                                        </p:tgtEl>
                                      </p:cBhvr>
                                    </p:animEffect>
                                    <p:anim calcmode="lin" valueType="num">
                                      <p:cBhvr>
                                        <p:cTn id="20" dur="1000" fill="hold"/>
                                        <p:tgtEl>
                                          <p:spTgt spid="1027"/>
                                        </p:tgtEl>
                                        <p:attrNameLst>
                                          <p:attrName>ppt_x</p:attrName>
                                        </p:attrNameLst>
                                      </p:cBhvr>
                                      <p:tavLst>
                                        <p:tav tm="0">
                                          <p:val>
                                            <p:strVal val="#ppt_x"/>
                                          </p:val>
                                        </p:tav>
                                        <p:tav tm="100000">
                                          <p:val>
                                            <p:strVal val="#ppt_x"/>
                                          </p:val>
                                        </p:tav>
                                      </p:tavLst>
                                    </p:anim>
                                    <p:anim calcmode="lin" valueType="num">
                                      <p:cBhvr>
                                        <p:cTn id="21" dur="1000" fill="hold"/>
                                        <p:tgtEl>
                                          <p:spTgt spid="102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28"/>
                                        </p:tgtEl>
                                        <p:attrNameLst>
                                          <p:attrName>style.visibility</p:attrName>
                                        </p:attrNameLst>
                                      </p:cBhvr>
                                      <p:to>
                                        <p:strVal val="visible"/>
                                      </p:to>
                                    </p:set>
                                    <p:animEffect transition="in" filter="fade">
                                      <p:cBhvr>
                                        <p:cTn id="26" dur="1000"/>
                                        <p:tgtEl>
                                          <p:spTgt spid="1028"/>
                                        </p:tgtEl>
                                      </p:cBhvr>
                                    </p:animEffect>
                                    <p:anim calcmode="lin" valueType="num">
                                      <p:cBhvr>
                                        <p:cTn id="27" dur="1000" fill="hold"/>
                                        <p:tgtEl>
                                          <p:spTgt spid="1028"/>
                                        </p:tgtEl>
                                        <p:attrNameLst>
                                          <p:attrName>ppt_x</p:attrName>
                                        </p:attrNameLst>
                                      </p:cBhvr>
                                      <p:tavLst>
                                        <p:tav tm="0">
                                          <p:val>
                                            <p:strVal val="#ppt_x"/>
                                          </p:val>
                                        </p:tav>
                                        <p:tav tm="100000">
                                          <p:val>
                                            <p:strVal val="#ppt_x"/>
                                          </p:val>
                                        </p:tav>
                                      </p:tavLst>
                                    </p:anim>
                                    <p:anim calcmode="lin" valueType="num">
                                      <p:cBhvr>
                                        <p:cTn id="28"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29"/>
                                        </p:tgtEl>
                                        <p:attrNameLst>
                                          <p:attrName>style.visibility</p:attrName>
                                        </p:attrNameLst>
                                      </p:cBhvr>
                                      <p:to>
                                        <p:strVal val="visible"/>
                                      </p:to>
                                    </p:set>
                                    <p:animEffect transition="in" filter="fade">
                                      <p:cBhvr>
                                        <p:cTn id="33" dur="1000"/>
                                        <p:tgtEl>
                                          <p:spTgt spid="1029"/>
                                        </p:tgtEl>
                                      </p:cBhvr>
                                    </p:animEffect>
                                    <p:anim calcmode="lin" valueType="num">
                                      <p:cBhvr>
                                        <p:cTn id="34" dur="1000" fill="hold"/>
                                        <p:tgtEl>
                                          <p:spTgt spid="1029"/>
                                        </p:tgtEl>
                                        <p:attrNameLst>
                                          <p:attrName>ppt_x</p:attrName>
                                        </p:attrNameLst>
                                      </p:cBhvr>
                                      <p:tavLst>
                                        <p:tav tm="0">
                                          <p:val>
                                            <p:strVal val="#ppt_x"/>
                                          </p:val>
                                        </p:tav>
                                        <p:tav tm="100000">
                                          <p:val>
                                            <p:strVal val="#ppt_x"/>
                                          </p:val>
                                        </p:tav>
                                      </p:tavLst>
                                    </p:anim>
                                    <p:anim calcmode="lin" valueType="num">
                                      <p:cBhvr>
                                        <p:cTn id="35" dur="1000" fill="hold"/>
                                        <p:tgtEl>
                                          <p:spTgt spid="10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17278" y="-21771"/>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Forms of Inheritance</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4">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10959" y="900113"/>
            <a:ext cx="7820025" cy="140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5">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10959" y="2438400"/>
            <a:ext cx="7820025" cy="1419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Grp="1" noChangeAspect="1" noChangeArrowheads="1"/>
          </p:cNvPicPr>
          <p:nvPr>
            <p:ph idx="1"/>
          </p:nvPr>
        </p:nvPicPr>
        <p:blipFill>
          <a:blip r:embed="rId6">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10957" y="3962400"/>
            <a:ext cx="7820025"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7">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10958" y="5419725"/>
            <a:ext cx="7820025"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12</a:t>
            </a:fld>
            <a:endParaRPr lang="en-US" dirty="0"/>
          </a:p>
        </p:txBody>
      </p:sp>
    </p:spTree>
    <p:extLst>
      <p:ext uri="{BB962C8B-B14F-4D97-AF65-F5344CB8AC3E}">
        <p14:creationId xmlns:p14="http://schemas.microsoft.com/office/powerpoint/2010/main" val="21399222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050"/>
                                        </p:tgtEl>
                                      </p:cBhvr>
                                    </p:animEffect>
                                    <p:animScale>
                                      <p:cBhvr>
                                        <p:cTn id="7" dur="250" autoRev="1" fill="hold"/>
                                        <p:tgtEl>
                                          <p:spTgt spid="205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nodeType="clickEffect">
                                  <p:stCondLst>
                                    <p:cond delay="0"/>
                                  </p:stCondLst>
                                  <p:childTnLst>
                                    <p:animRot by="120000">
                                      <p:cBhvr>
                                        <p:cTn id="11" dur="100" fill="hold">
                                          <p:stCondLst>
                                            <p:cond delay="0"/>
                                          </p:stCondLst>
                                        </p:cTn>
                                        <p:tgtEl>
                                          <p:spTgt spid="2051"/>
                                        </p:tgtEl>
                                        <p:attrNameLst>
                                          <p:attrName>r</p:attrName>
                                        </p:attrNameLst>
                                      </p:cBhvr>
                                    </p:animRot>
                                    <p:animRot by="-240000">
                                      <p:cBhvr>
                                        <p:cTn id="12" dur="200" fill="hold">
                                          <p:stCondLst>
                                            <p:cond delay="200"/>
                                          </p:stCondLst>
                                        </p:cTn>
                                        <p:tgtEl>
                                          <p:spTgt spid="2051"/>
                                        </p:tgtEl>
                                        <p:attrNameLst>
                                          <p:attrName>r</p:attrName>
                                        </p:attrNameLst>
                                      </p:cBhvr>
                                    </p:animRot>
                                    <p:animRot by="240000">
                                      <p:cBhvr>
                                        <p:cTn id="13" dur="200" fill="hold">
                                          <p:stCondLst>
                                            <p:cond delay="400"/>
                                          </p:stCondLst>
                                        </p:cTn>
                                        <p:tgtEl>
                                          <p:spTgt spid="2051"/>
                                        </p:tgtEl>
                                        <p:attrNameLst>
                                          <p:attrName>r</p:attrName>
                                        </p:attrNameLst>
                                      </p:cBhvr>
                                    </p:animRot>
                                    <p:animRot by="-240000">
                                      <p:cBhvr>
                                        <p:cTn id="14" dur="200" fill="hold">
                                          <p:stCondLst>
                                            <p:cond delay="600"/>
                                          </p:stCondLst>
                                        </p:cTn>
                                        <p:tgtEl>
                                          <p:spTgt spid="2051"/>
                                        </p:tgtEl>
                                        <p:attrNameLst>
                                          <p:attrName>r</p:attrName>
                                        </p:attrNameLst>
                                      </p:cBhvr>
                                    </p:animRot>
                                    <p:animRot by="120000">
                                      <p:cBhvr>
                                        <p:cTn id="15" dur="200" fill="hold">
                                          <p:stCondLst>
                                            <p:cond delay="800"/>
                                          </p:stCondLst>
                                        </p:cTn>
                                        <p:tgtEl>
                                          <p:spTgt spid="2051"/>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32" presetClass="emph" presetSubtype="0" fill="hold" nodeType="clickEffect">
                                  <p:stCondLst>
                                    <p:cond delay="0"/>
                                  </p:stCondLst>
                                  <p:childTnLst>
                                    <p:animRot by="120000">
                                      <p:cBhvr>
                                        <p:cTn id="19" dur="100" fill="hold">
                                          <p:stCondLst>
                                            <p:cond delay="0"/>
                                          </p:stCondLst>
                                        </p:cTn>
                                        <p:tgtEl>
                                          <p:spTgt spid="2052"/>
                                        </p:tgtEl>
                                        <p:attrNameLst>
                                          <p:attrName>r</p:attrName>
                                        </p:attrNameLst>
                                      </p:cBhvr>
                                    </p:animRot>
                                    <p:animRot by="-240000">
                                      <p:cBhvr>
                                        <p:cTn id="20" dur="200" fill="hold">
                                          <p:stCondLst>
                                            <p:cond delay="200"/>
                                          </p:stCondLst>
                                        </p:cTn>
                                        <p:tgtEl>
                                          <p:spTgt spid="2052"/>
                                        </p:tgtEl>
                                        <p:attrNameLst>
                                          <p:attrName>r</p:attrName>
                                        </p:attrNameLst>
                                      </p:cBhvr>
                                    </p:animRot>
                                    <p:animRot by="240000">
                                      <p:cBhvr>
                                        <p:cTn id="21" dur="200" fill="hold">
                                          <p:stCondLst>
                                            <p:cond delay="400"/>
                                          </p:stCondLst>
                                        </p:cTn>
                                        <p:tgtEl>
                                          <p:spTgt spid="2052"/>
                                        </p:tgtEl>
                                        <p:attrNameLst>
                                          <p:attrName>r</p:attrName>
                                        </p:attrNameLst>
                                      </p:cBhvr>
                                    </p:animRot>
                                    <p:animRot by="-240000">
                                      <p:cBhvr>
                                        <p:cTn id="22" dur="200" fill="hold">
                                          <p:stCondLst>
                                            <p:cond delay="600"/>
                                          </p:stCondLst>
                                        </p:cTn>
                                        <p:tgtEl>
                                          <p:spTgt spid="2052"/>
                                        </p:tgtEl>
                                        <p:attrNameLst>
                                          <p:attrName>r</p:attrName>
                                        </p:attrNameLst>
                                      </p:cBhvr>
                                    </p:animRot>
                                    <p:animRot by="120000">
                                      <p:cBhvr>
                                        <p:cTn id="23" dur="200" fill="hold">
                                          <p:stCondLst>
                                            <p:cond delay="800"/>
                                          </p:stCondLst>
                                        </p:cTn>
                                        <p:tgtEl>
                                          <p:spTgt spid="2052"/>
                                        </p:tgtEl>
                                        <p:attrNameLst>
                                          <p:attrName>r</p:attrName>
                                        </p:attrNameLst>
                                      </p:cBhvr>
                                    </p:animRot>
                                  </p:childTnLst>
                                </p:cTn>
                              </p:par>
                            </p:childTnLst>
                          </p:cTn>
                        </p:par>
                      </p:childTnLst>
                    </p:cTn>
                  </p:par>
                  <p:par>
                    <p:cTn id="24" fill="hold">
                      <p:stCondLst>
                        <p:cond delay="indefinite"/>
                      </p:stCondLst>
                      <p:childTnLst>
                        <p:par>
                          <p:cTn id="25" fill="hold">
                            <p:stCondLst>
                              <p:cond delay="0"/>
                            </p:stCondLst>
                            <p:childTnLst>
                              <p:par>
                                <p:cTn id="26" presetID="32" presetClass="emph" presetSubtype="0" fill="hold" nodeType="clickEffect">
                                  <p:stCondLst>
                                    <p:cond delay="0"/>
                                  </p:stCondLst>
                                  <p:childTnLst>
                                    <p:animRot by="120000">
                                      <p:cBhvr>
                                        <p:cTn id="27" dur="100" fill="hold">
                                          <p:stCondLst>
                                            <p:cond delay="0"/>
                                          </p:stCondLst>
                                        </p:cTn>
                                        <p:tgtEl>
                                          <p:spTgt spid="2053"/>
                                        </p:tgtEl>
                                        <p:attrNameLst>
                                          <p:attrName>r</p:attrName>
                                        </p:attrNameLst>
                                      </p:cBhvr>
                                    </p:animRot>
                                    <p:animRot by="-240000">
                                      <p:cBhvr>
                                        <p:cTn id="28" dur="200" fill="hold">
                                          <p:stCondLst>
                                            <p:cond delay="200"/>
                                          </p:stCondLst>
                                        </p:cTn>
                                        <p:tgtEl>
                                          <p:spTgt spid="2053"/>
                                        </p:tgtEl>
                                        <p:attrNameLst>
                                          <p:attrName>r</p:attrName>
                                        </p:attrNameLst>
                                      </p:cBhvr>
                                    </p:animRot>
                                    <p:animRot by="240000">
                                      <p:cBhvr>
                                        <p:cTn id="29" dur="200" fill="hold">
                                          <p:stCondLst>
                                            <p:cond delay="400"/>
                                          </p:stCondLst>
                                        </p:cTn>
                                        <p:tgtEl>
                                          <p:spTgt spid="2053"/>
                                        </p:tgtEl>
                                        <p:attrNameLst>
                                          <p:attrName>r</p:attrName>
                                        </p:attrNameLst>
                                      </p:cBhvr>
                                    </p:animRot>
                                    <p:animRot by="-240000">
                                      <p:cBhvr>
                                        <p:cTn id="30" dur="200" fill="hold">
                                          <p:stCondLst>
                                            <p:cond delay="600"/>
                                          </p:stCondLst>
                                        </p:cTn>
                                        <p:tgtEl>
                                          <p:spTgt spid="2053"/>
                                        </p:tgtEl>
                                        <p:attrNameLst>
                                          <p:attrName>r</p:attrName>
                                        </p:attrNameLst>
                                      </p:cBhvr>
                                    </p:animRot>
                                    <p:animRot by="120000">
                                      <p:cBhvr>
                                        <p:cTn id="31" dur="200" fill="hold">
                                          <p:stCondLst>
                                            <p:cond delay="800"/>
                                          </p:stCondLst>
                                        </p:cTn>
                                        <p:tgtEl>
                                          <p:spTgt spid="205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Single Inheritance</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146"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62000" y="1066799"/>
            <a:ext cx="7315200" cy="51914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13</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nodeType="clickEffect">
                                  <p:stCondLst>
                                    <p:cond delay="0"/>
                                  </p:stCondLst>
                                  <p:childTnLst>
                                    <p:anim calcmode="lin" valueType="num">
                                      <p:cBhvr>
                                        <p:cTn id="6" dur="500"/>
                                        <p:tgtEl>
                                          <p:spTgt spid="5">
                                            <p:txEl>
                                              <p:pRg st="0" end="0"/>
                                            </p:txEl>
                                          </p:spTgt>
                                        </p:tgtEl>
                                        <p:attrNameLst>
                                          <p:attrName>ppt_w</p:attrName>
                                        </p:attrNameLst>
                                      </p:cBhvr>
                                      <p:tavLst>
                                        <p:tav tm="0">
                                          <p:val>
                                            <p:strVal val="ppt_w"/>
                                          </p:val>
                                        </p:tav>
                                        <p:tav tm="100000">
                                          <p:val>
                                            <p:fltVal val="0"/>
                                          </p:val>
                                        </p:tav>
                                      </p:tavLst>
                                    </p:anim>
                                    <p:anim calcmode="lin" valueType="num">
                                      <p:cBhvr>
                                        <p:cTn id="7"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8" dur="500"/>
                                        <p:tgtEl>
                                          <p:spTgt spid="5">
                                            <p:txEl>
                                              <p:pRg st="0" end="0"/>
                                            </p:txEl>
                                          </p:spTgt>
                                        </p:tgtEl>
                                      </p:cBhvr>
                                    </p:animEffect>
                                    <p:set>
                                      <p:cBhvr>
                                        <p:cTn id="9" dur="1" fill="hold">
                                          <p:stCondLst>
                                            <p:cond delay="499"/>
                                          </p:stCondLst>
                                        </p:cTn>
                                        <p:tgtEl>
                                          <p:spTgt spid="5">
                                            <p:txEl>
                                              <p:pRg st="0" end="0"/>
                                            </p:txEl>
                                          </p:spTgt>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146"/>
                                        </p:tgtEl>
                                        <p:attrNameLst>
                                          <p:attrName>style.visibility</p:attrName>
                                        </p:attrNameLst>
                                      </p:cBhvr>
                                      <p:to>
                                        <p:strVal val="visible"/>
                                      </p:to>
                                    </p:set>
                                    <p:anim calcmode="lin" valueType="num">
                                      <p:cBhvr additive="base">
                                        <p:cTn id="14" dur="500" fill="hold"/>
                                        <p:tgtEl>
                                          <p:spTgt spid="6146"/>
                                        </p:tgtEl>
                                        <p:attrNameLst>
                                          <p:attrName>ppt_x</p:attrName>
                                        </p:attrNameLst>
                                      </p:cBhvr>
                                      <p:tavLst>
                                        <p:tav tm="0">
                                          <p:val>
                                            <p:strVal val="#ppt_x"/>
                                          </p:val>
                                        </p:tav>
                                        <p:tav tm="100000">
                                          <p:val>
                                            <p:strVal val="#ppt_x"/>
                                          </p:val>
                                        </p:tav>
                                      </p:tavLst>
                                    </p:anim>
                                    <p:anim calcmode="lin" valueType="num">
                                      <p:cBhvr additive="base">
                                        <p:cTn id="15"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Multilevel Inheritance</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717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19265" y="1143000"/>
            <a:ext cx="7699383"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14</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path" presetSubtype="0" accel="50000" decel="50000" fill="hold"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6" dur="2000" fill="hold"/>
                                        <p:tgtEl>
                                          <p:spTgt spid="5">
                                            <p:txEl>
                                              <p:pRg st="0" end="0"/>
                                            </p:txEl>
                                          </p:spTgt>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7170"/>
                                        </p:tgtEl>
                                      </p:cBhvr>
                                    </p:animEffect>
                                    <p:set>
                                      <p:cBhvr>
                                        <p:cTn id="11" dur="1" fill="hold">
                                          <p:stCondLst>
                                            <p:cond delay="499"/>
                                          </p:stCondLst>
                                        </p:cTn>
                                        <p:tgtEl>
                                          <p:spTgt spid="71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1229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685800" y="914400"/>
            <a:ext cx="2971800" cy="1760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1371600" y="3105835"/>
            <a:ext cx="7180738" cy="2308324"/>
          </a:xfrm>
          <a:prstGeom prst="rect">
            <a:avLst/>
          </a:prstGeom>
        </p:spPr>
        <p:txBody>
          <a:bodyPr wrap="square">
            <a:spAutoFit/>
          </a:bodyPr>
          <a:lstStyle/>
          <a:p>
            <a:r>
              <a:rPr lang="en-US" dirty="0">
                <a:hlinkClick r:id="rId5"/>
              </a:rPr>
              <a:t>https://edabit.com/challenge/FSKb2sKrGoejfJLrd</a:t>
            </a:r>
            <a:endParaRPr lang="en-US" dirty="0"/>
          </a:p>
          <a:p>
            <a:r>
              <a:rPr lang="en-US" dirty="0">
                <a:hlinkClick r:id="rId6"/>
              </a:rPr>
              <a:t>https://edabit.com/challenge/RNMKdSEhxdxf2fWsa</a:t>
            </a:r>
            <a:endParaRPr lang="en-US" dirty="0"/>
          </a:p>
          <a:p>
            <a:r>
              <a:rPr lang="en-US" dirty="0">
                <a:hlinkClick r:id="rId7"/>
              </a:rPr>
              <a:t>https://edabit.com/challenge/SquoES5RxWr4CyX6G</a:t>
            </a:r>
            <a:endParaRPr lang="en-US" dirty="0"/>
          </a:p>
          <a:p>
            <a:r>
              <a:rPr lang="en-US" dirty="0">
                <a:hlinkClick r:id="rId8"/>
              </a:rPr>
              <a:t>https://edabit.com/challenge/JAtN6KLtahAkmT3n3</a:t>
            </a:r>
            <a:endParaRPr lang="en-US" dirty="0"/>
          </a:p>
          <a:p>
            <a:r>
              <a:rPr lang="en-US" dirty="0">
                <a:hlinkClick r:id="rId9"/>
              </a:rPr>
              <a:t>https://edabit.com/challenge/XjYMguBCEf7WqEu8M</a:t>
            </a:r>
            <a:endParaRPr lang="en-US" dirty="0"/>
          </a:p>
          <a:p>
            <a:endParaRPr lang="en-US" dirty="0"/>
          </a:p>
          <a:p>
            <a:endParaRPr lang="en-US" dirty="0"/>
          </a:p>
          <a:p>
            <a:endParaRPr lang="en-US" dirty="0"/>
          </a:p>
        </p:txBody>
      </p:sp>
      <p:sp>
        <p:nvSpPr>
          <p:cNvPr id="2" name="Slide Number Placeholder 1"/>
          <p:cNvSpPr>
            <a:spLocks noGrp="1"/>
          </p:cNvSpPr>
          <p:nvPr>
            <p:ph type="sldNum" sz="quarter" idx="12"/>
          </p:nvPr>
        </p:nvSpPr>
        <p:spPr/>
        <p:txBody>
          <a:bodyPr/>
          <a:lstStyle/>
          <a:p>
            <a:fld id="{33D6E5A2-EC83-451F-A719-9AC1370DD5CF}" type="slidenum">
              <a:rPr lang="en-US" smtClean="0"/>
              <a:pPr/>
              <a:t>15</a:t>
            </a:fld>
            <a:endParaRPr lang="en-US" dirty="0"/>
          </a:p>
        </p:txBody>
      </p:sp>
    </p:spTree>
    <p:extLst>
      <p:ext uri="{BB962C8B-B14F-4D97-AF65-F5344CB8AC3E}">
        <p14:creationId xmlns:p14="http://schemas.microsoft.com/office/powerpoint/2010/main" val="17153408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Super keyword </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 name="Content Placeholder 5" descr="https://static.javatpoint.com/images/usage-of-java-super.jpg"/>
          <p:cNvPicPr>
            <a:picLocks noGrp="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990600" y="1295400"/>
            <a:ext cx="7630031" cy="5219186"/>
          </a:xfrm>
          <a:prstGeom prst="rect">
            <a:avLst/>
          </a:prstGeom>
          <a:noFill/>
          <a:ln>
            <a:noFill/>
          </a:ln>
        </p:spPr>
      </p:pic>
      <p:sp>
        <p:nvSpPr>
          <p:cNvPr id="2" name="Slide Number Placeholder 1"/>
          <p:cNvSpPr>
            <a:spLocks noGrp="1"/>
          </p:cNvSpPr>
          <p:nvPr>
            <p:ph type="sldNum" sz="quarter" idx="12"/>
          </p:nvPr>
        </p:nvSpPr>
        <p:spPr/>
        <p:txBody>
          <a:bodyPr/>
          <a:lstStyle/>
          <a:p>
            <a:fld id="{33D6E5A2-EC83-451F-A719-9AC1370DD5CF}" type="slidenum">
              <a:rPr lang="en-US" smtClean="0"/>
              <a:pPr/>
              <a:t>16</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Example - super keyword</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1026"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838200" y="1219200"/>
            <a:ext cx="7620000" cy="5243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17</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5">
                                            <p:txEl>
                                              <p:pRg st="0" end="0"/>
                                            </p:txEl>
                                          </p:spTgt>
                                        </p:tgtEl>
                                        <p:attrNameLst>
                                          <p:attrName>style.color</p:attrName>
                                        </p:attrNameLst>
                                      </p:cBhvr>
                                      <p:to>
                                        <a:schemeClr val="accent2"/>
                                      </p:to>
                                    </p:animClr>
                                    <p:animClr clrSpc="rgb" dir="cw">
                                      <p:cBhvr>
                                        <p:cTn id="7" dur="500" fill="hold"/>
                                        <p:tgtEl>
                                          <p:spTgt spid="5">
                                            <p:txEl>
                                              <p:pRg st="0" end="0"/>
                                            </p:txEl>
                                          </p:spTgt>
                                        </p:tgtEl>
                                        <p:attrNameLst>
                                          <p:attrName>fillcolor</p:attrName>
                                        </p:attrNameLst>
                                      </p:cBhvr>
                                      <p:to>
                                        <a:schemeClr val="accent2"/>
                                      </p:to>
                                    </p:animClr>
                                    <p:set>
                                      <p:cBhvr>
                                        <p:cTn id="8" dur="500" fill="hold"/>
                                        <p:tgtEl>
                                          <p:spTgt spid="5">
                                            <p:txEl>
                                              <p:pRg st="0" end="0"/>
                                            </p:txEl>
                                          </p:spTgt>
                                        </p:tgtEl>
                                        <p:attrNameLst>
                                          <p:attrName>fill.type</p:attrName>
                                        </p:attrNameLst>
                                      </p:cBhvr>
                                      <p:to>
                                        <p:strVal val="solid"/>
                                      </p:to>
                                    </p:set>
                                    <p:set>
                                      <p:cBhvr>
                                        <p:cTn id="9" dur="500" fill="hold"/>
                                        <p:tgtEl>
                                          <p:spTgt spid="5">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1" presetClass="emph" presetSubtype="0" fill="hold" nodeType="clickEffect">
                                  <p:stCondLst>
                                    <p:cond delay="0"/>
                                  </p:stCondLst>
                                  <p:childTnLst>
                                    <p:animClr clrSpc="hsl" dir="cw">
                                      <p:cBhvr override="childStyle">
                                        <p:cTn id="13" dur="500" fill="hold"/>
                                        <p:tgtEl>
                                          <p:spTgt spid="1026"/>
                                        </p:tgtEl>
                                        <p:attrNameLst>
                                          <p:attrName>style.color</p:attrName>
                                        </p:attrNameLst>
                                      </p:cBhvr>
                                      <p:by>
                                        <p:hsl h="7200000" s="0" l="0"/>
                                      </p:by>
                                    </p:animClr>
                                    <p:animClr clrSpc="hsl" dir="cw">
                                      <p:cBhvr>
                                        <p:cTn id="14" dur="500" fill="hold"/>
                                        <p:tgtEl>
                                          <p:spTgt spid="1026"/>
                                        </p:tgtEl>
                                        <p:attrNameLst>
                                          <p:attrName>fillcolor</p:attrName>
                                        </p:attrNameLst>
                                      </p:cBhvr>
                                      <p:by>
                                        <p:hsl h="7200000" s="0" l="0"/>
                                      </p:by>
                                    </p:animClr>
                                    <p:animClr clrSpc="hsl" dir="cw">
                                      <p:cBhvr>
                                        <p:cTn id="15" dur="500" fill="hold"/>
                                        <p:tgtEl>
                                          <p:spTgt spid="1026"/>
                                        </p:tgtEl>
                                        <p:attrNameLst>
                                          <p:attrName>stroke.color</p:attrName>
                                        </p:attrNameLst>
                                      </p:cBhvr>
                                      <p:by>
                                        <p:hsl h="7200000" s="0" l="0"/>
                                      </p:by>
                                    </p:animClr>
                                    <p:set>
                                      <p:cBhvr>
                                        <p:cTn id="16" dur="500" fill="hold"/>
                                        <p:tgtEl>
                                          <p:spTgt spid="102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Final</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 name="Content Placeholder 5" descr="https://www.javapointtutorial.com/public/storage/Tutorial/Java%20Final%20Keyword.png"/>
          <p:cNvPicPr>
            <a:picLocks noGrp="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219200" y="1600200"/>
            <a:ext cx="7239000" cy="4038600"/>
          </a:xfrm>
          <a:prstGeom prst="rect">
            <a:avLst/>
          </a:prstGeom>
          <a:noFill/>
          <a:ln>
            <a:noFill/>
          </a:ln>
        </p:spPr>
      </p:pic>
      <p:sp>
        <p:nvSpPr>
          <p:cNvPr id="2" name="Slide Number Placeholder 1"/>
          <p:cNvSpPr>
            <a:spLocks noGrp="1"/>
          </p:cNvSpPr>
          <p:nvPr>
            <p:ph type="sldNum" sz="quarter" idx="12"/>
          </p:nvPr>
        </p:nvSpPr>
        <p:spPr/>
        <p:txBody>
          <a:bodyPr/>
          <a:lstStyle/>
          <a:p>
            <a:fld id="{33D6E5A2-EC83-451F-A719-9AC1370DD5CF}" type="slidenum">
              <a:rPr lang="en-US" smtClean="0"/>
              <a:pPr/>
              <a:t>18</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Example –Final Variable</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3074"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685800" y="1447799"/>
            <a:ext cx="8077200" cy="51380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19</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nodeType="clickEffect">
                                  <p:stCondLst>
                                    <p:cond delay="0"/>
                                  </p:stCondLst>
                                  <p:childTnLst>
                                    <p:animEffect transition="out" filter="fade">
                                      <p:cBhvr>
                                        <p:cTn id="6" dur="2000"/>
                                        <p:tgtEl>
                                          <p:spTgt spid="3074"/>
                                        </p:tgtEl>
                                      </p:cBhvr>
                                    </p:animEffect>
                                    <p:anim calcmode="lin" valueType="num">
                                      <p:cBhvr>
                                        <p:cTn id="7" dur="2000"/>
                                        <p:tgtEl>
                                          <p:spTgt spid="307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3074"/>
                                        </p:tgtEl>
                                        <p:attrNameLst>
                                          <p:attrName>ppt_h</p:attrName>
                                        </p:attrNameLst>
                                      </p:cBhvr>
                                      <p:tavLst>
                                        <p:tav tm="0">
                                          <p:val>
                                            <p:strVal val="ppt_h"/>
                                          </p:val>
                                        </p:tav>
                                        <p:tav tm="100000">
                                          <p:val>
                                            <p:strVal val="ppt_h"/>
                                          </p:val>
                                        </p:tav>
                                      </p:tavLst>
                                    </p:anim>
                                    <p:set>
                                      <p:cBhvr>
                                        <p:cTn id="9" dur="1" fill="hold">
                                          <p:stCondLst>
                                            <p:cond delay="1999"/>
                                          </p:stCondLst>
                                        </p:cTn>
                                        <p:tgtEl>
                                          <p:spTgt spid="30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Example-Final-class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066800" y="1143000"/>
            <a:ext cx="7543800" cy="52746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20</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nodeType="clickEffect">
                                  <p:stCondLst>
                                    <p:cond delay="0"/>
                                  </p:stCondLst>
                                  <p:childTnLst>
                                    <p:animEffect transition="out" filter="circle(out)">
                                      <p:cBhvr>
                                        <p:cTn id="6" dur="2000"/>
                                        <p:tgtEl>
                                          <p:spTgt spid="2050"/>
                                        </p:tgtEl>
                                      </p:cBhvr>
                                    </p:animEffect>
                                    <p:set>
                                      <p:cBhvr>
                                        <p:cTn id="7" dur="1" fill="hold">
                                          <p:stCondLst>
                                            <p:cond delay="1999"/>
                                          </p:stCondLst>
                                        </p:cTn>
                                        <p:tgtEl>
                                          <p:spTgt spid="2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dirty="0"/>
              <a:t>Building Game </a:t>
            </a:r>
          </a:p>
        </p:txBody>
      </p:sp>
      <p:sp>
        <p:nvSpPr>
          <p:cNvPr id="2" name="Content Placeholder 1"/>
          <p:cNvSpPr>
            <a:spLocks noGrp="1"/>
          </p:cNvSpPr>
          <p:nvPr>
            <p:ph idx="1"/>
          </p:nvPr>
        </p:nvSpPr>
        <p:spPr/>
        <p:txBody>
          <a:bodyPr/>
          <a:lstStyle/>
          <a:p>
            <a:pPr marL="0" indent="0">
              <a:buNone/>
            </a:pPr>
            <a:endParaRPr lang="en-US" dirty="0"/>
          </a:p>
          <a:p>
            <a:endParaRPr lang="en-US" dirty="0"/>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209800"/>
            <a:ext cx="5967186" cy="335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33D6E5A2-EC83-451F-A719-9AC1370DD5CF}" type="slidenum">
              <a:rPr lang="en-US" smtClean="0"/>
              <a:pPr/>
              <a:t>21</a:t>
            </a:fld>
            <a:endParaRPr lang="en-US" dirty="0"/>
          </a:p>
        </p:txBody>
      </p:sp>
    </p:spTree>
    <p:extLst>
      <p:ext uri="{BB962C8B-B14F-4D97-AF65-F5344CB8AC3E}">
        <p14:creationId xmlns:p14="http://schemas.microsoft.com/office/powerpoint/2010/main" val="17153408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Method Overriding</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4098"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673586" y="2057400"/>
            <a:ext cx="7878752"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838200" y="1143000"/>
            <a:ext cx="7620000" cy="707886"/>
          </a:xfrm>
          <a:prstGeom prst="rect">
            <a:avLst/>
          </a:prstGeom>
        </p:spPr>
        <p:txBody>
          <a:bodyPr wrap="square">
            <a:spAutoFit/>
          </a:bodyPr>
          <a:lstStyle/>
          <a:p>
            <a:pPr algn="ctr"/>
            <a:r>
              <a:rPr lang="en-US" sz="2000" b="1" dirty="0"/>
              <a:t>If subclass (child class) has the same method as declared in the parent class, it is known as method overriding.</a:t>
            </a:r>
          </a:p>
        </p:txBody>
      </p:sp>
      <p:sp>
        <p:nvSpPr>
          <p:cNvPr id="3" name="Slide Number Placeholder 2"/>
          <p:cNvSpPr>
            <a:spLocks noGrp="1"/>
          </p:cNvSpPr>
          <p:nvPr>
            <p:ph type="sldNum" sz="quarter" idx="12"/>
          </p:nvPr>
        </p:nvSpPr>
        <p:spPr/>
        <p:txBody>
          <a:bodyPr/>
          <a:lstStyle/>
          <a:p>
            <a:fld id="{33D6E5A2-EC83-451F-A719-9AC1370DD5CF}" type="slidenum">
              <a:rPr lang="en-US" smtClean="0"/>
              <a:pPr/>
              <a:t>22</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4098"/>
                                        </p:tgtEl>
                                      </p:cBhvr>
                                    </p:animEffect>
                                    <p:set>
                                      <p:cBhvr>
                                        <p:cTn id="7" dur="1" fill="hold">
                                          <p:stCondLst>
                                            <p:cond delay="499"/>
                                          </p:stCondLst>
                                        </p:cTn>
                                        <p:tgtEl>
                                          <p:spTgt spid="40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Example-overriding</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5122" name="Picture 2"/>
          <p:cNvPicPr>
            <a:picLocks noGrp="1" noChangeAspect="1" noChangeArrowheads="1"/>
          </p:cNvPicPr>
          <p:nvPr>
            <p:ph idx="1"/>
          </p:nvPr>
        </p:nvPicPr>
        <p:blipFill>
          <a:blip r:embed="rId4">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914399" y="1295400"/>
            <a:ext cx="7619305"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23</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122"/>
                                        </p:tgtEl>
                                        <p:attrNameLst>
                                          <p:attrName>style.visibility</p:attrName>
                                        </p:attrNameLst>
                                      </p:cBhvr>
                                      <p:to>
                                        <p:strVal val="visible"/>
                                      </p:to>
                                    </p:set>
                                    <p:animEffect transition="in" filter="barn(inVertical)">
                                      <p:cBhvr>
                                        <p:cTn id="12"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Abstract Classes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 name="Content Placeholder 5" descr="https://static.javatpoint.com/images/abstract-class-in-java.jpg"/>
          <p:cNvPicPr>
            <a:picLocks noGrp="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62000" y="1828800"/>
            <a:ext cx="8229600" cy="4876800"/>
          </a:xfrm>
          <a:prstGeom prst="rect">
            <a:avLst/>
          </a:prstGeom>
          <a:noFill/>
          <a:ln>
            <a:noFill/>
          </a:ln>
        </p:spPr>
      </p:pic>
      <p:sp>
        <p:nvSpPr>
          <p:cNvPr id="2" name="Rectangle 1"/>
          <p:cNvSpPr/>
          <p:nvPr/>
        </p:nvSpPr>
        <p:spPr>
          <a:xfrm>
            <a:off x="762000" y="1066800"/>
            <a:ext cx="8153400" cy="646331"/>
          </a:xfrm>
          <a:prstGeom prst="rect">
            <a:avLst/>
          </a:prstGeom>
        </p:spPr>
        <p:txBody>
          <a:bodyPr wrap="square">
            <a:spAutoFit/>
          </a:bodyPr>
          <a:lstStyle/>
          <a:p>
            <a:pPr algn="ctr"/>
            <a:r>
              <a:rPr lang="en-US" b="1" dirty="0"/>
              <a:t>A class that is declared with abstract keyword, is known as abstract class in java. It can have abstract and non-abstract methods (method with body).</a:t>
            </a:r>
          </a:p>
        </p:txBody>
      </p:sp>
      <p:sp>
        <p:nvSpPr>
          <p:cNvPr id="3" name="Slide Number Placeholder 2"/>
          <p:cNvSpPr>
            <a:spLocks noGrp="1"/>
          </p:cNvSpPr>
          <p:nvPr>
            <p:ph type="sldNum" sz="quarter" idx="12"/>
          </p:nvPr>
        </p:nvSpPr>
        <p:spPr/>
        <p:txBody>
          <a:bodyPr/>
          <a:lstStyle/>
          <a:p>
            <a:fld id="{33D6E5A2-EC83-451F-A719-9AC1370DD5CF}" type="slidenum">
              <a:rPr lang="en-US" smtClean="0"/>
              <a:pPr/>
              <a:t>24</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6"/>
                                        </p:tgtEl>
                                        <p:attrNameLst>
                                          <p:attrName>stroke.color</p:attrName>
                                        </p:attrNameLst>
                                      </p:cBhvr>
                                      <p:to>
                                        <a:schemeClr val="accent2"/>
                                      </p:to>
                                    </p:animClr>
                                    <p:set>
                                      <p:cBhvr>
                                        <p:cTn id="7" dur="2000" fill="hold"/>
                                        <p:tgtEl>
                                          <p:spTgt spid="6"/>
                                        </p:tgtEl>
                                        <p:attrNameLst>
                                          <p:attrName>stroke.on</p:attrName>
                                        </p:attrNameLst>
                                      </p:cBhvr>
                                      <p:to>
                                        <p:strVal val="true"/>
                                      </p:to>
                                    </p:se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 calcmode="lin" valueType="num">
                                      <p:cBhvr>
                                        <p:cTn id="12"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14" dur="1000" fill="hold"/>
                                        <p:tgtEl>
                                          <p:spTgt spid="2">
                                            <p:txEl>
                                              <p:pRg st="0" end="0"/>
                                            </p:txEl>
                                          </p:spTgt>
                                        </p:tgtEl>
                                        <p:attrNameLst>
                                          <p:attrName>style.rotation</p:attrName>
                                        </p:attrNameLst>
                                      </p:cBhvr>
                                      <p:tavLst>
                                        <p:tav tm="0">
                                          <p:val>
                                            <p:fltVal val="90"/>
                                          </p:val>
                                        </p:tav>
                                        <p:tav tm="100000">
                                          <p:val>
                                            <p:fltVal val="0"/>
                                          </p:val>
                                        </p:tav>
                                      </p:tavLst>
                                    </p:anim>
                                    <p:animEffect transition="in" filter="fade">
                                      <p:cBhvr>
                                        <p:cTn id="15"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Implementation in Abstract Class	</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 name="Content Placeholder 5" descr="https://media.geeksforgeeks.org/wp-content/uploads/concrete-2.png"/>
          <p:cNvPicPr>
            <a:picLocks noGrp="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990600" y="1066800"/>
            <a:ext cx="7391400" cy="5105400"/>
          </a:xfrm>
          <a:prstGeom prst="rect">
            <a:avLst/>
          </a:prstGeom>
          <a:noFill/>
          <a:ln>
            <a:noFill/>
          </a:ln>
        </p:spPr>
      </p:pic>
      <p:sp>
        <p:nvSpPr>
          <p:cNvPr id="2" name="Slide Number Placeholder 1"/>
          <p:cNvSpPr>
            <a:spLocks noGrp="1"/>
          </p:cNvSpPr>
          <p:nvPr>
            <p:ph type="sldNum" sz="quarter" idx="12"/>
          </p:nvPr>
        </p:nvSpPr>
        <p:spPr/>
        <p:txBody>
          <a:bodyPr/>
          <a:lstStyle/>
          <a:p>
            <a:fld id="{33D6E5A2-EC83-451F-A719-9AC1370DD5CF}" type="slidenum">
              <a:rPr lang="en-US" smtClean="0"/>
              <a:pPr/>
              <a:t>25</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nodeType="clickEffect">
                                  <p:stCondLst>
                                    <p:cond delay="0"/>
                                  </p:stCondLst>
                                  <p:childTnLst>
                                    <p:animClr clrSpc="hsl" dir="cw">
                                      <p:cBhvr override="childStyle">
                                        <p:cTn id="6" dur="500" fill="hold"/>
                                        <p:tgtEl>
                                          <p:spTgt spid="6"/>
                                        </p:tgtEl>
                                        <p:attrNameLst>
                                          <p:attrName>style.color</p:attrName>
                                        </p:attrNameLst>
                                      </p:cBhvr>
                                      <p:by>
                                        <p:hsl h="0" s="12549" l="25098"/>
                                      </p:by>
                                    </p:animClr>
                                    <p:animClr clrSpc="hsl" dir="cw">
                                      <p:cBhvr>
                                        <p:cTn id="7" dur="500" fill="hold"/>
                                        <p:tgtEl>
                                          <p:spTgt spid="6"/>
                                        </p:tgtEl>
                                        <p:attrNameLst>
                                          <p:attrName>fillcolor</p:attrName>
                                        </p:attrNameLst>
                                      </p:cBhvr>
                                      <p:by>
                                        <p:hsl h="0" s="12549" l="25098"/>
                                      </p:by>
                                    </p:animClr>
                                    <p:animClr clrSpc="hsl" dir="cw">
                                      <p:cBhvr>
                                        <p:cTn id="8" dur="500" fill="hold"/>
                                        <p:tgtEl>
                                          <p:spTgt spid="6"/>
                                        </p:tgtEl>
                                        <p:attrNameLst>
                                          <p:attrName>stroke.color</p:attrName>
                                        </p:attrNameLst>
                                      </p:cBhvr>
                                      <p:by>
                                        <p:hsl h="0" s="12549" l="25098"/>
                                      </p:by>
                                    </p:animClr>
                                    <p:set>
                                      <p:cBhvr>
                                        <p:cTn id="9" dur="500" fill="hold"/>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Example-Abstract class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8194" name="Picture 2"/>
          <p:cNvPicPr>
            <a:picLocks noGrp="1" noChangeAspect="1" noChangeArrowheads="1"/>
          </p:cNvPicPr>
          <p:nvPr>
            <p:ph idx="1"/>
          </p:nvPr>
        </p:nvPicPr>
        <p:blipFill>
          <a:blip r:embed="rId4">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533400" y="914400"/>
            <a:ext cx="8610600" cy="594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26</a:t>
            </a:fld>
            <a:endParaRPr lang="en-US" dirty="0"/>
          </a:p>
        </p:txBody>
      </p:sp>
    </p:spTree>
    <p:extLst>
      <p:ext uri="{BB962C8B-B14F-4D97-AF65-F5344CB8AC3E}">
        <p14:creationId xmlns:p14="http://schemas.microsoft.com/office/powerpoint/2010/main" val="21399222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5">
                                            <p:txEl>
                                              <p:pRg st="0" end="0"/>
                                            </p:txEl>
                                          </p:spTgt>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194"/>
                                        </p:tgtEl>
                                        <p:attrNameLst>
                                          <p:attrName>style.visibility</p:attrName>
                                        </p:attrNameLst>
                                      </p:cBhvr>
                                      <p:to>
                                        <p:strVal val="visible"/>
                                      </p:to>
                                    </p:set>
                                    <p:animEffect transition="in" filter="fade">
                                      <p:cBhvr>
                                        <p:cTn id="11"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3"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Interfaces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717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295400" y="1524000"/>
            <a:ext cx="6477000" cy="49330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27</a:t>
            </a:fld>
            <a:endParaRPr lang="en-US" dirty="0"/>
          </a:p>
        </p:txBody>
      </p:sp>
    </p:spTree>
    <p:extLst>
      <p:ext uri="{BB962C8B-B14F-4D97-AF65-F5344CB8AC3E}">
        <p14:creationId xmlns:p14="http://schemas.microsoft.com/office/powerpoint/2010/main" val="50064129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style.color</p:attrName>
                                        </p:attrNameLst>
                                      </p:cBhvr>
                                      <p:to>
                                        <p:clrVal>
                                          <a:schemeClr val="accent2"/>
                                        </p:clrVal>
                                      </p:to>
                                    </p:set>
                                    <p:set>
                                      <p:cBhvr>
                                        <p:cTn id="7" dur="500" fill="hold"/>
                                        <p:tgtEl>
                                          <p:spTgt spid="5">
                                            <p:txEl>
                                              <p:pRg st="0" end="0"/>
                                            </p:txEl>
                                          </p:spTgt>
                                        </p:tgtEl>
                                        <p:attrNameLst>
                                          <p:attrName>fillcolor</p:attrName>
                                        </p:attrNameLst>
                                      </p:cBhvr>
                                      <p:to>
                                        <p:clrVal>
                                          <a:schemeClr val="accent2"/>
                                        </p:clrVal>
                                      </p:to>
                                    </p:set>
                                    <p:set>
                                      <p:cBhvr>
                                        <p:cTn id="8" dur="500" fill="hold"/>
                                        <p:tgtEl>
                                          <p:spTgt spid="5">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27" presetClass="emph" presetSubtype="0" fill="remove" nodeType="clickEffect">
                                  <p:stCondLst>
                                    <p:cond delay="0"/>
                                  </p:stCondLst>
                                  <p:childTnLst>
                                    <p:animClr clrSpc="rgb" dir="cw">
                                      <p:cBhvr override="childStyle">
                                        <p:cTn id="12" dur="250" autoRev="1" fill="remove"/>
                                        <p:tgtEl>
                                          <p:spTgt spid="7170"/>
                                        </p:tgtEl>
                                        <p:attrNameLst>
                                          <p:attrName>style.color</p:attrName>
                                        </p:attrNameLst>
                                      </p:cBhvr>
                                      <p:to>
                                        <a:schemeClr val="bg1"/>
                                      </p:to>
                                    </p:animClr>
                                    <p:animClr clrSpc="rgb" dir="cw">
                                      <p:cBhvr>
                                        <p:cTn id="13" dur="250" autoRev="1" fill="remove"/>
                                        <p:tgtEl>
                                          <p:spTgt spid="7170"/>
                                        </p:tgtEl>
                                        <p:attrNameLst>
                                          <p:attrName>fillcolor</p:attrName>
                                        </p:attrNameLst>
                                      </p:cBhvr>
                                      <p:to>
                                        <a:schemeClr val="bg1"/>
                                      </p:to>
                                    </p:animClr>
                                    <p:set>
                                      <p:cBhvr>
                                        <p:cTn id="14" dur="250" autoRev="1" fill="remove"/>
                                        <p:tgtEl>
                                          <p:spTgt spid="7170"/>
                                        </p:tgtEl>
                                        <p:attrNameLst>
                                          <p:attrName>fill.type</p:attrName>
                                        </p:attrNameLst>
                                      </p:cBhvr>
                                      <p:to>
                                        <p:strVal val="solid"/>
                                      </p:to>
                                    </p:set>
                                    <p:set>
                                      <p:cBhvr>
                                        <p:cTn id="15" dur="250" autoRev="1" fill="remove"/>
                                        <p:tgtEl>
                                          <p:spTgt spid="717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Interfaces-Example</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8194" name="Picture 2"/>
          <p:cNvPicPr>
            <a:picLocks noGrp="1" noChangeAspect="1" noChangeArrowheads="1"/>
          </p:cNvPicPr>
          <p:nvPr>
            <p:ph idx="1"/>
          </p:nvPr>
        </p:nvPicPr>
        <p:blipFill>
          <a:blip r:embed="rId4">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762000" y="1219200"/>
            <a:ext cx="6858000" cy="53186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28</a:t>
            </a:fld>
            <a:endParaRPr lang="en-US" dirty="0"/>
          </a:p>
        </p:txBody>
      </p:sp>
    </p:spTree>
    <p:extLst>
      <p:ext uri="{BB962C8B-B14F-4D97-AF65-F5344CB8AC3E}">
        <p14:creationId xmlns:p14="http://schemas.microsoft.com/office/powerpoint/2010/main" val="228611461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5">
                                            <p:txEl>
                                              <p:pRg st="0" end="0"/>
                                            </p:txEl>
                                          </p:spTgt>
                                        </p:tgtEl>
                                        <p:attrNameLst>
                                          <p:attrName>r</p:attrName>
                                        </p:attrNameLst>
                                      </p:cBhvr>
                                    </p:animRot>
                                    <p:animRot by="-240000">
                                      <p:cBhvr>
                                        <p:cTn id="7" dur="200" fill="hold">
                                          <p:stCondLst>
                                            <p:cond delay="200"/>
                                          </p:stCondLst>
                                        </p:cTn>
                                        <p:tgtEl>
                                          <p:spTgt spid="5">
                                            <p:txEl>
                                              <p:pRg st="0" end="0"/>
                                            </p:txEl>
                                          </p:spTgt>
                                        </p:tgtEl>
                                        <p:attrNameLst>
                                          <p:attrName>r</p:attrName>
                                        </p:attrNameLst>
                                      </p:cBhvr>
                                    </p:animRot>
                                    <p:animRot by="240000">
                                      <p:cBhvr>
                                        <p:cTn id="8" dur="200" fill="hold">
                                          <p:stCondLst>
                                            <p:cond delay="400"/>
                                          </p:stCondLst>
                                        </p:cTn>
                                        <p:tgtEl>
                                          <p:spTgt spid="5">
                                            <p:txEl>
                                              <p:pRg st="0" end="0"/>
                                            </p:txEl>
                                          </p:spTgt>
                                        </p:tgtEl>
                                        <p:attrNameLst>
                                          <p:attrName>r</p:attrName>
                                        </p:attrNameLst>
                                      </p:cBhvr>
                                    </p:animRot>
                                    <p:animRot by="-240000">
                                      <p:cBhvr>
                                        <p:cTn id="9" dur="200" fill="hold">
                                          <p:stCondLst>
                                            <p:cond delay="600"/>
                                          </p:stCondLst>
                                        </p:cTn>
                                        <p:tgtEl>
                                          <p:spTgt spid="5">
                                            <p:txEl>
                                              <p:pRg st="0" end="0"/>
                                            </p:txEl>
                                          </p:spTgt>
                                        </p:tgtEl>
                                        <p:attrNameLst>
                                          <p:attrName>r</p:attrName>
                                        </p:attrNameLst>
                                      </p:cBhvr>
                                    </p:animRot>
                                    <p:animRot by="120000">
                                      <p:cBhvr>
                                        <p:cTn id="10" dur="200" fill="hold">
                                          <p:stCondLst>
                                            <p:cond delay="800"/>
                                          </p:stCondLst>
                                        </p:cTn>
                                        <p:tgtEl>
                                          <p:spTgt spid="5">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7" presetClass="path" presetSubtype="0" accel="50000" decel="50000" fill="hold" nodeType="clickEffect">
                                  <p:stCondLst>
                                    <p:cond delay="0"/>
                                  </p:stCondLst>
                                  <p:childTnLst>
                                    <p:animMotion origin="layout" path="M 0 0 L 0.067 0.04 C 0.081 0.049 0.102 0.054 0.124 0.054 C 0.149 0.054 0.169 0.049 0.183 0.04 L 0.25 0 E" pathEditMode="relative" ptsTypes="">
                                      <p:cBhvr>
                                        <p:cTn id="14" dur="2000" fill="hold"/>
                                        <p:tgtEl>
                                          <p:spTgt spid="819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3"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dirty="0"/>
          </a:p>
          <a:p>
            <a:pPr algn="ctr">
              <a:defRPr/>
            </a:pPr>
            <a:r>
              <a:rPr lang="en-US" sz="3200" b="1" dirty="0"/>
              <a:t>Interface Vs Abstract class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a:p>
            <a:pPr algn="ctr" fontAlgn="auto">
              <a:spcBef>
                <a:spcPts val="0"/>
              </a:spcBef>
              <a:spcAft>
                <a:spcPts val="0"/>
              </a:spcAft>
              <a:defRPr/>
            </a:pP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 name="Content Placeholder 5" descr="https://4.bp.blogspot.com/-YX0MzkCeSmk/XKoREpikv2I/AAAAAAAANrQ/NHSp9JeUQiMxv4oteQwkknMz-_BdHmLNACLcBGAs/w1200-h630-p-k-no-nu/interfaces_vs_abstract_Class_Java.png"/>
          <p:cNvPicPr>
            <a:picLocks noGrp="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990600" y="1371600"/>
            <a:ext cx="6711285" cy="4114800"/>
          </a:xfrm>
          <a:prstGeom prst="rect">
            <a:avLst/>
          </a:prstGeom>
          <a:noFill/>
          <a:ln>
            <a:noFill/>
          </a:ln>
        </p:spPr>
      </p:pic>
      <p:sp>
        <p:nvSpPr>
          <p:cNvPr id="2" name="Slide Number Placeholder 1"/>
          <p:cNvSpPr>
            <a:spLocks noGrp="1"/>
          </p:cNvSpPr>
          <p:nvPr>
            <p:ph type="sldNum" sz="quarter" idx="12"/>
          </p:nvPr>
        </p:nvSpPr>
        <p:spPr/>
        <p:txBody>
          <a:bodyPr/>
          <a:lstStyle/>
          <a:p>
            <a:fld id="{33D6E5A2-EC83-451F-A719-9AC1370DD5CF}" type="slidenum">
              <a:rPr lang="en-US" smtClean="0"/>
              <a:pPr/>
              <a:t>29</a:t>
            </a:fld>
            <a:endParaRPr lang="en-US" dirty="0"/>
          </a:p>
        </p:txBody>
      </p:sp>
    </p:spTree>
    <p:extLst>
      <p:ext uri="{BB962C8B-B14F-4D97-AF65-F5344CB8AC3E}">
        <p14:creationId xmlns:p14="http://schemas.microsoft.com/office/powerpoint/2010/main" val="2599409582"/>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heel(1)">
                                      <p:cBhvr>
                                        <p:cTn id="7" dur="20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mph" presetSubtype="0" fill="hold" nodeType="clickEffect">
                                  <p:stCondLst>
                                    <p:cond delay="0"/>
                                  </p:stCondLst>
                                  <p:childTnLst>
                                    <p:animClr clrSpc="hsl" dir="cw">
                                      <p:cBhvr override="childStyle">
                                        <p:cTn id="16" dur="500" fill="hold"/>
                                        <p:tgtEl>
                                          <p:spTgt spid="6"/>
                                        </p:tgtEl>
                                        <p:attrNameLst>
                                          <p:attrName>style.color</p:attrName>
                                        </p:attrNameLst>
                                      </p:cBhvr>
                                      <p:by>
                                        <p:hsl h="0" s="-12549" l="-25098"/>
                                      </p:by>
                                    </p:animClr>
                                    <p:animClr clrSpc="hsl" dir="cw">
                                      <p:cBhvr>
                                        <p:cTn id="17" dur="500" fill="hold"/>
                                        <p:tgtEl>
                                          <p:spTgt spid="6"/>
                                        </p:tgtEl>
                                        <p:attrNameLst>
                                          <p:attrName>fillcolor</p:attrName>
                                        </p:attrNameLst>
                                      </p:cBhvr>
                                      <p:by>
                                        <p:hsl h="0" s="-12549" l="-25098"/>
                                      </p:by>
                                    </p:animClr>
                                    <p:animClr clrSpc="hsl" dir="cw">
                                      <p:cBhvr>
                                        <p:cTn id="18" dur="500" fill="hold"/>
                                        <p:tgtEl>
                                          <p:spTgt spid="6"/>
                                        </p:tgtEl>
                                        <p:attrNameLst>
                                          <p:attrName>stroke.color</p:attrName>
                                        </p:attrNameLst>
                                      </p:cBhvr>
                                      <p:by>
                                        <p:hsl h="0" s="-12549" l="-25098"/>
                                      </p:by>
                                    </p:animClr>
                                    <p:set>
                                      <p:cBhvr>
                                        <p:cTn id="19" dur="500" fill="hold"/>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106392" y="-15815"/>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	Interface Vs Abstract class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 name="Content Placeholder 5" descr="https://javaconceptoftheday.com/wp-content/uploads/2019/04/InterfaceVsAbstractClassJava8.png"/>
          <p:cNvPicPr>
            <a:picLocks noGrp="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62000" y="914400"/>
            <a:ext cx="7924800" cy="5562600"/>
          </a:xfrm>
          <a:prstGeom prst="rect">
            <a:avLst/>
          </a:prstGeom>
          <a:noFill/>
          <a:ln>
            <a:noFill/>
          </a:ln>
        </p:spPr>
      </p:pic>
      <p:sp>
        <p:nvSpPr>
          <p:cNvPr id="2" name="Slide Number Placeholder 1"/>
          <p:cNvSpPr>
            <a:spLocks noGrp="1"/>
          </p:cNvSpPr>
          <p:nvPr>
            <p:ph type="sldNum" sz="quarter" idx="12"/>
          </p:nvPr>
        </p:nvSpPr>
        <p:spPr/>
        <p:txBody>
          <a:bodyPr/>
          <a:lstStyle/>
          <a:p>
            <a:fld id="{33D6E5A2-EC83-451F-A719-9AC1370DD5CF}" type="slidenum">
              <a:rPr lang="en-US" smtClean="0"/>
              <a:pPr/>
              <a:t>30</a:t>
            </a:fld>
            <a:endParaRPr lang="en-US" dirty="0"/>
          </a:p>
        </p:txBody>
      </p:sp>
    </p:spTree>
    <p:extLst>
      <p:ext uri="{BB962C8B-B14F-4D97-AF65-F5344CB8AC3E}">
        <p14:creationId xmlns:p14="http://schemas.microsoft.com/office/powerpoint/2010/main" val="2139922258"/>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anim calcmode="lin" valueType="num">
                                      <p:cBhvr>
                                        <p:cTn id="8" dur="2000" fill="hold"/>
                                        <p:tgtEl>
                                          <p:spTgt spid="5">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5">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7" presetClass="emph" presetSubtype="2" fill="hold" nodeType="clickEffect">
                                  <p:stCondLst>
                                    <p:cond delay="0"/>
                                  </p:stCondLst>
                                  <p:childTnLst>
                                    <p:animClr clrSpc="rgb" dir="cw">
                                      <p:cBhvr>
                                        <p:cTn id="13" dur="2000" fill="hold"/>
                                        <p:tgtEl>
                                          <p:spTgt spid="6"/>
                                        </p:tgtEl>
                                        <p:attrNameLst>
                                          <p:attrName>stroke.color</p:attrName>
                                        </p:attrNameLst>
                                      </p:cBhvr>
                                      <p:to>
                                        <a:schemeClr val="accent2"/>
                                      </p:to>
                                    </p:animClr>
                                    <p:set>
                                      <p:cBhvr>
                                        <p:cTn id="14" dur="2000" fill="hold"/>
                                        <p:tgtEl>
                                          <p:spTgt spid="6"/>
                                        </p:tgtEl>
                                        <p:attrNameLst>
                                          <p:attrName>stroke.on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21" presetClass="emph" presetSubtype="0" fill="hold" nodeType="clickEffect">
                                  <p:stCondLst>
                                    <p:cond delay="0"/>
                                  </p:stCondLst>
                                  <p:childTnLst>
                                    <p:animClr clrSpc="hsl" dir="cw">
                                      <p:cBhvr override="childStyle">
                                        <p:cTn id="18" dur="500" fill="hold"/>
                                        <p:tgtEl>
                                          <p:spTgt spid="6"/>
                                        </p:tgtEl>
                                        <p:attrNameLst>
                                          <p:attrName>style.color</p:attrName>
                                        </p:attrNameLst>
                                      </p:cBhvr>
                                      <p:by>
                                        <p:hsl h="7200000" s="0" l="0"/>
                                      </p:by>
                                    </p:animClr>
                                    <p:animClr clrSpc="hsl" dir="cw">
                                      <p:cBhvr>
                                        <p:cTn id="19" dur="500" fill="hold"/>
                                        <p:tgtEl>
                                          <p:spTgt spid="6"/>
                                        </p:tgtEl>
                                        <p:attrNameLst>
                                          <p:attrName>fillcolor</p:attrName>
                                        </p:attrNameLst>
                                      </p:cBhvr>
                                      <p:by>
                                        <p:hsl h="7200000" s="0" l="0"/>
                                      </p:by>
                                    </p:animClr>
                                    <p:animClr clrSpc="hsl" dir="cw">
                                      <p:cBhvr>
                                        <p:cTn id="20" dur="500" fill="hold"/>
                                        <p:tgtEl>
                                          <p:spTgt spid="6"/>
                                        </p:tgtEl>
                                        <p:attrNameLst>
                                          <p:attrName>stroke.color</p:attrName>
                                        </p:attrNameLst>
                                      </p:cBhvr>
                                      <p:by>
                                        <p:hsl h="7200000" s="0" l="0"/>
                                      </p:by>
                                    </p:animClr>
                                    <p:set>
                                      <p:cBhvr>
                                        <p:cTn id="21" dur="500" fill="hold"/>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dirty="0"/>
              <a:t>Exception Handling</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sp>
        <p:nvSpPr>
          <p:cNvPr id="8" name="Rectangle 7"/>
          <p:cNvSpPr/>
          <p:nvPr/>
        </p:nvSpPr>
        <p:spPr>
          <a:xfrm>
            <a:off x="914400" y="990600"/>
            <a:ext cx="7315200" cy="1200329"/>
          </a:xfrm>
          <a:prstGeom prst="rect">
            <a:avLst/>
          </a:prstGeom>
        </p:spPr>
        <p:txBody>
          <a:bodyPr wrap="square">
            <a:spAutoFit/>
          </a:bodyPr>
          <a:lstStyle/>
          <a:p>
            <a:pPr algn="just"/>
            <a:r>
              <a:rPr lang="en-US" sz="2400" dirty="0"/>
              <a:t>The </a:t>
            </a:r>
            <a:r>
              <a:rPr lang="en-US" sz="2400" b="1" dirty="0"/>
              <a:t>exception handling in java</a:t>
            </a:r>
            <a:r>
              <a:rPr lang="en-US" sz="2400" dirty="0"/>
              <a:t> is one of the powerful mechanism to handle the runtime errors so that normal flow of the application can be maintained</a:t>
            </a:r>
          </a:p>
        </p:txBody>
      </p:sp>
      <p:pic>
        <p:nvPicPr>
          <p:cNvPr id="14" name="Content Placeholder 6" descr="internal working of try-catch block"/>
          <p:cNvPicPr>
            <a:picLocks noGrp="1"/>
          </p:cNvPicPr>
          <p:nvPr>
            <p:ph idx="1"/>
          </p:nvPr>
        </p:nvPicPr>
        <p:blipFill>
          <a:blip r:embed="rId4"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1371600" y="2362200"/>
            <a:ext cx="7315200" cy="4122420"/>
          </a:xfrm>
          <a:prstGeom prst="rect">
            <a:avLst/>
          </a:prstGeom>
          <a:noFill/>
          <a:ln>
            <a:noFill/>
          </a:ln>
        </p:spPr>
      </p:pic>
      <p:sp>
        <p:nvSpPr>
          <p:cNvPr id="2" name="Slide Number Placeholder 1"/>
          <p:cNvSpPr>
            <a:spLocks noGrp="1"/>
          </p:cNvSpPr>
          <p:nvPr>
            <p:ph type="sldNum" sz="quarter" idx="12"/>
          </p:nvPr>
        </p:nvSpPr>
        <p:spPr/>
        <p:txBody>
          <a:bodyPr/>
          <a:lstStyle/>
          <a:p>
            <a:fld id="{33D6E5A2-EC83-451F-A719-9AC1370DD5CF}" type="slidenum">
              <a:rPr lang="en-US" smtClean="0"/>
              <a:pPr/>
              <a:t>31</a:t>
            </a:fld>
            <a:endParaRPr lang="en-US" dirty="0"/>
          </a:p>
        </p:txBody>
      </p:sp>
    </p:spTree>
    <p:extLst>
      <p:ext uri="{BB962C8B-B14F-4D97-AF65-F5344CB8AC3E}">
        <p14:creationId xmlns:p14="http://schemas.microsoft.com/office/powerpoint/2010/main" val="160371959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1000"/>
                                        <p:tgtEl>
                                          <p:spTgt spid="8">
                                            <p:txEl>
                                              <p:pRg st="0" end="0"/>
                                            </p:txEl>
                                          </p:spTgt>
                                        </p:tgtEl>
                                      </p:cBhvr>
                                    </p:animEffect>
                                    <p:anim calcmode="lin" valueType="num">
                                      <p:cBhvr>
                                        <p:cTn id="1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80">
                                          <p:stCondLst>
                                            <p:cond delay="0"/>
                                          </p:stCondLst>
                                        </p:cTn>
                                        <p:tgtEl>
                                          <p:spTgt spid="14"/>
                                        </p:tgtEl>
                                      </p:cBhvr>
                                    </p:animEffect>
                                    <p:anim calcmode="lin" valueType="num">
                                      <p:cBhvr>
                                        <p:cTn id="20"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25" dur="26">
                                          <p:stCondLst>
                                            <p:cond delay="650"/>
                                          </p:stCondLst>
                                        </p:cTn>
                                        <p:tgtEl>
                                          <p:spTgt spid="14"/>
                                        </p:tgtEl>
                                      </p:cBhvr>
                                      <p:to x="100000" y="60000"/>
                                    </p:animScale>
                                    <p:animScale>
                                      <p:cBhvr>
                                        <p:cTn id="26" dur="166" decel="50000">
                                          <p:stCondLst>
                                            <p:cond delay="676"/>
                                          </p:stCondLst>
                                        </p:cTn>
                                        <p:tgtEl>
                                          <p:spTgt spid="14"/>
                                        </p:tgtEl>
                                      </p:cBhvr>
                                      <p:to x="100000" y="100000"/>
                                    </p:animScale>
                                    <p:animScale>
                                      <p:cBhvr>
                                        <p:cTn id="27" dur="26">
                                          <p:stCondLst>
                                            <p:cond delay="1312"/>
                                          </p:stCondLst>
                                        </p:cTn>
                                        <p:tgtEl>
                                          <p:spTgt spid="14"/>
                                        </p:tgtEl>
                                      </p:cBhvr>
                                      <p:to x="100000" y="80000"/>
                                    </p:animScale>
                                    <p:animScale>
                                      <p:cBhvr>
                                        <p:cTn id="28" dur="166" decel="50000">
                                          <p:stCondLst>
                                            <p:cond delay="1338"/>
                                          </p:stCondLst>
                                        </p:cTn>
                                        <p:tgtEl>
                                          <p:spTgt spid="14"/>
                                        </p:tgtEl>
                                      </p:cBhvr>
                                      <p:to x="100000" y="100000"/>
                                    </p:animScale>
                                    <p:animScale>
                                      <p:cBhvr>
                                        <p:cTn id="29" dur="26">
                                          <p:stCondLst>
                                            <p:cond delay="1642"/>
                                          </p:stCondLst>
                                        </p:cTn>
                                        <p:tgtEl>
                                          <p:spTgt spid="14"/>
                                        </p:tgtEl>
                                      </p:cBhvr>
                                      <p:to x="100000" y="90000"/>
                                    </p:animScale>
                                    <p:animScale>
                                      <p:cBhvr>
                                        <p:cTn id="30" dur="166" decel="50000">
                                          <p:stCondLst>
                                            <p:cond delay="1668"/>
                                          </p:stCondLst>
                                        </p:cTn>
                                        <p:tgtEl>
                                          <p:spTgt spid="14"/>
                                        </p:tgtEl>
                                      </p:cBhvr>
                                      <p:to x="100000" y="100000"/>
                                    </p:animScale>
                                    <p:animScale>
                                      <p:cBhvr>
                                        <p:cTn id="31" dur="26">
                                          <p:stCondLst>
                                            <p:cond delay="1808"/>
                                          </p:stCondLst>
                                        </p:cTn>
                                        <p:tgtEl>
                                          <p:spTgt spid="14"/>
                                        </p:tgtEl>
                                      </p:cBhvr>
                                      <p:to x="100000" y="95000"/>
                                    </p:animScale>
                                    <p:animScale>
                                      <p:cBhvr>
                                        <p:cTn id="32"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9"/>
          <p:cNvSpPr>
            <a:spLocks noChangeArrowheads="1"/>
          </p:cNvSpPr>
          <p:nvPr/>
        </p:nvSpPr>
        <p:spPr bwMode="auto">
          <a:xfrm>
            <a:off x="2114550"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6388" name="Rectangle 11"/>
          <p:cNvSpPr>
            <a:spLocks noChangeArrowheads="1"/>
          </p:cNvSpPr>
          <p:nvPr/>
        </p:nvSpPr>
        <p:spPr bwMode="auto">
          <a:xfrm>
            <a:off x="2114550"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6389" name="Rectangle 13"/>
          <p:cNvSpPr>
            <a:spLocks noChangeArrowheads="1"/>
          </p:cNvSpPr>
          <p:nvPr/>
        </p:nvSpPr>
        <p:spPr bwMode="auto">
          <a:xfrm>
            <a:off x="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16390" name="Object 12"/>
          <p:cNvGraphicFramePr>
            <a:graphicFrameLocks noChangeAspect="1"/>
          </p:cNvGraphicFramePr>
          <p:nvPr/>
        </p:nvGraphicFramePr>
        <p:xfrm>
          <a:off x="0" y="1295400"/>
          <a:ext cx="9144000" cy="3400425"/>
        </p:xfrm>
        <a:graphic>
          <a:graphicData uri="http://schemas.openxmlformats.org/presentationml/2006/ole">
            <mc:AlternateContent xmlns:mc="http://schemas.openxmlformats.org/markup-compatibility/2006">
              <mc:Choice xmlns:v="urn:schemas-microsoft-com:vml" Requires="v">
                <p:oleObj spid="_x0000_s1048" name="Picture" r:id="rId3" imgW="4917948" imgH="1827276" progId="Word.Picture.8">
                  <p:embed/>
                </p:oleObj>
              </mc:Choice>
              <mc:Fallback>
                <p:oleObj name="Picture" r:id="rId3" imgW="4917948" imgH="1827276"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5400"/>
                        <a:ext cx="9144000" cy="3400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1" name="AutoShape 14">
            <a:hlinkClick r:id="rId5" action="ppaction://program" highlightClick="1"/>
          </p:cNvPr>
          <p:cNvSpPr>
            <a:spLocks noChangeArrowheads="1"/>
          </p:cNvSpPr>
          <p:nvPr/>
        </p:nvSpPr>
        <p:spPr bwMode="auto">
          <a:xfrm>
            <a:off x="2895600" y="5181600"/>
            <a:ext cx="3352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a:latin typeface="Book Antiqua" pitchFamily="18" charset="0"/>
              </a:rPr>
              <a:t>Run</a:t>
            </a:r>
            <a:endParaRPr lang="en-US" altLang="en-US"/>
          </a:p>
        </p:txBody>
      </p:sp>
      <p:pic>
        <p:nvPicPr>
          <p:cNvPr id="8" name="Picture 2"/>
          <p:cNvPicPr>
            <a:picLocks noChangeAspect="1" noChangeArrowheads="1"/>
          </p:cNvPicPr>
          <p:nvPr/>
        </p:nvPicPr>
        <p:blipFill>
          <a:blip r:embed="rId6"/>
          <a:srcRect/>
          <a:stretch>
            <a:fillRect/>
          </a:stretch>
        </p:blipFill>
        <p:spPr bwMode="auto">
          <a:xfrm>
            <a:off x="7960677" y="0"/>
            <a:ext cx="1183323" cy="914400"/>
          </a:xfrm>
          <a:prstGeom prst="rect">
            <a:avLst/>
          </a:prstGeom>
          <a:noFill/>
          <a:ln w="9525">
            <a:noFill/>
            <a:miter lim="800000"/>
            <a:headEnd/>
            <a:tailEnd/>
          </a:ln>
        </p:spPr>
      </p:pic>
      <p:sp>
        <p:nvSpPr>
          <p:cNvPr id="9" name="Rectangle 8"/>
          <p:cNvSpPr/>
          <p:nvPr/>
        </p:nvSpPr>
        <p:spPr>
          <a:xfrm>
            <a:off x="-32658"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3200" dirty="0">
                <a:cs typeface="Trebuchet MS" pitchFamily="34" charset="0"/>
              </a:rPr>
              <a:t>Runtime Errors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33D6E5A2-EC83-451F-A719-9AC1370DD5CF}" type="slidenum">
              <a:rPr lang="en-US" smtClean="0"/>
              <a:pPr/>
              <a:t>32</a:t>
            </a:fld>
            <a:endParaRPr lang="en-US" dirty="0"/>
          </a:p>
        </p:txBody>
      </p:sp>
    </p:spTree>
    <p:extLst>
      <p:ext uri="{BB962C8B-B14F-4D97-AF65-F5344CB8AC3E}">
        <p14:creationId xmlns:p14="http://schemas.microsoft.com/office/powerpoint/2010/main" val="42230572"/>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ircle(in)">
                                      <p:cBhvr>
                                        <p:cTn id="7"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6"/>
          <p:cNvSpPr>
            <a:spLocks noChangeArrowheads="1"/>
          </p:cNvSpPr>
          <p:nvPr/>
        </p:nvSpPr>
        <p:spPr bwMode="auto">
          <a:xfrm>
            <a:off x="2028825" y="200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7412" name="Rectangle 8"/>
          <p:cNvSpPr>
            <a:spLocks noChangeArrowheads="1"/>
          </p:cNvSpPr>
          <p:nvPr/>
        </p:nvSpPr>
        <p:spPr bwMode="auto">
          <a:xfrm>
            <a:off x="0"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17413" name="Object 7"/>
          <p:cNvGraphicFramePr>
            <a:graphicFrameLocks noChangeAspect="1"/>
          </p:cNvGraphicFramePr>
          <p:nvPr/>
        </p:nvGraphicFramePr>
        <p:xfrm>
          <a:off x="0" y="914400"/>
          <a:ext cx="9144000" cy="5476875"/>
        </p:xfrm>
        <a:graphic>
          <a:graphicData uri="http://schemas.openxmlformats.org/presentationml/2006/ole">
            <mc:AlternateContent xmlns:mc="http://schemas.openxmlformats.org/markup-compatibility/2006">
              <mc:Choice xmlns:v="urn:schemas-microsoft-com:vml" Requires="v">
                <p:oleObj spid="_x0000_s2072" name="Picture" r:id="rId3" imgW="5090160" imgH="3044952" progId="Word.Picture.8">
                  <p:embed/>
                </p:oleObj>
              </mc:Choice>
              <mc:Fallback>
                <p:oleObj name="Picture" r:id="rId3" imgW="5090160" imgH="3044952"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14400"/>
                        <a:ext cx="9144000" cy="54768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4" name="AutoShape 9">
            <a:hlinkClick r:id="rId5" action="ppaction://program" highlightClick="1"/>
          </p:cNvPr>
          <p:cNvSpPr>
            <a:spLocks noChangeArrowheads="1"/>
          </p:cNvSpPr>
          <p:nvPr/>
        </p:nvSpPr>
        <p:spPr bwMode="auto">
          <a:xfrm>
            <a:off x="7467600" y="990600"/>
            <a:ext cx="1447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a:latin typeface="Book Antiqua" pitchFamily="18" charset="0"/>
              </a:rPr>
              <a:t>Run</a:t>
            </a:r>
            <a:endParaRPr lang="en-US" altLang="en-US"/>
          </a:p>
        </p:txBody>
      </p:sp>
      <p:sp>
        <p:nvSpPr>
          <p:cNvPr id="7" name="Rectangle 6"/>
          <p:cNvSpPr/>
          <p:nvPr/>
        </p:nvSpPr>
        <p:spPr>
          <a:xfrm>
            <a:off x="-32657"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3200" dirty="0">
                <a:cs typeface="Trebuchet MS" pitchFamily="34" charset="0"/>
              </a:rPr>
              <a:t>Catch Runtime Errors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8" name="Picture 2"/>
          <p:cNvPicPr>
            <a:picLocks noChangeAspect="1" noChangeArrowheads="1"/>
          </p:cNvPicPr>
          <p:nvPr/>
        </p:nvPicPr>
        <p:blipFill>
          <a:blip r:embed="rId6"/>
          <a:srcRect/>
          <a:stretch>
            <a:fillRect/>
          </a:stretch>
        </p:blipFill>
        <p:spPr bwMode="auto">
          <a:xfrm>
            <a:off x="7960677" y="0"/>
            <a:ext cx="1183323" cy="9144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33D6E5A2-EC83-451F-A719-9AC1370DD5CF}" type="slidenum">
              <a:rPr lang="en-US" smtClean="0"/>
              <a:pPr/>
              <a:t>33</a:t>
            </a:fld>
            <a:endParaRPr lang="en-US" dirty="0"/>
          </a:p>
        </p:txBody>
      </p:sp>
    </p:spTree>
    <p:extLst>
      <p:ext uri="{BB962C8B-B14F-4D97-AF65-F5344CB8AC3E}">
        <p14:creationId xmlns:p14="http://schemas.microsoft.com/office/powerpoint/2010/main" val="241373800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ircle(in)">
                                      <p:cBhvr>
                                        <p:cTn id="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5" name="Object 6"/>
          <p:cNvGraphicFramePr>
            <a:graphicFrameLocks noChangeAspect="1"/>
          </p:cNvGraphicFramePr>
          <p:nvPr>
            <p:extLst>
              <p:ext uri="{D42A27DB-BD31-4B8C-83A1-F6EECF244321}">
                <p14:modId xmlns:p14="http://schemas.microsoft.com/office/powerpoint/2010/main" val="2524586986"/>
              </p:ext>
            </p:extLst>
          </p:nvPr>
        </p:nvGraphicFramePr>
        <p:xfrm>
          <a:off x="609600" y="1219200"/>
          <a:ext cx="8356742" cy="5105400"/>
        </p:xfrm>
        <a:graphic>
          <a:graphicData uri="http://schemas.openxmlformats.org/presentationml/2006/ole">
            <mc:AlternateContent xmlns:mc="http://schemas.openxmlformats.org/markup-compatibility/2006">
              <mc:Choice xmlns:v="urn:schemas-microsoft-com:vml" Requires="v">
                <p:oleObj spid="_x0000_s3096" name="Picture" r:id="rId3" imgW="8005572" imgH="3653028" progId="Word.Picture.8">
                  <p:embed/>
                </p:oleObj>
              </mc:Choice>
              <mc:Fallback>
                <p:oleObj name="Picture" r:id="rId3" imgW="8005572" imgH="3653028"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1051" t="2000" r="31065" b="4500"/>
                      <a:stretch>
                        <a:fillRect/>
                      </a:stretch>
                    </p:blipFill>
                    <p:spPr bwMode="auto">
                      <a:xfrm>
                        <a:off x="609600" y="1219200"/>
                        <a:ext cx="8356742" cy="5105400"/>
                      </a:xfrm>
                      <a:prstGeom prst="rect">
                        <a:avLst/>
                      </a:prstGeom>
                      <a:solidFill>
                        <a:srgbClr val="0070C0"/>
                      </a:solidFill>
                      <a:ln>
                        <a:noFill/>
                      </a:ln>
                    </p:spPr>
                  </p:pic>
                </p:oleObj>
              </mc:Fallback>
            </mc:AlternateContent>
          </a:graphicData>
        </a:graphic>
      </p:graphicFrame>
      <p:pic>
        <p:nvPicPr>
          <p:cNvPr id="4" name="Picture 2"/>
          <p:cNvPicPr>
            <a:picLocks noChangeAspect="1" noChangeArrowheads="1"/>
          </p:cNvPicPr>
          <p:nvPr/>
        </p:nvPicPr>
        <p:blipFill>
          <a:blip r:embed="rId5"/>
          <a:srcRect/>
          <a:stretch>
            <a:fillRect/>
          </a:stretch>
        </p:blipFill>
        <p:spPr bwMode="auto">
          <a:xfrm>
            <a:off x="7960677" y="0"/>
            <a:ext cx="1183323" cy="914400"/>
          </a:xfrm>
          <a:prstGeom prst="rect">
            <a:avLst/>
          </a:prstGeom>
          <a:noFill/>
          <a:ln w="9525">
            <a:noFill/>
            <a:miter lim="800000"/>
            <a:headEnd/>
            <a:tailEnd/>
          </a:ln>
        </p:spPr>
      </p:pic>
      <p:sp>
        <p:nvSpPr>
          <p:cNvPr id="6" name="Rectangle 5"/>
          <p:cNvSpPr/>
          <p:nvPr/>
        </p:nvSpPr>
        <p:spPr>
          <a:xfrm>
            <a:off x="-76200" y="21771"/>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3200" dirty="0">
                <a:cs typeface="Trebuchet MS" pitchFamily="34" charset="0"/>
              </a:rPr>
              <a:t>Exception Classes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33D6E5A2-EC83-451F-A719-9AC1370DD5CF}" type="slidenum">
              <a:rPr lang="en-US" smtClean="0"/>
              <a:pPr/>
              <a:t>34</a:t>
            </a:fld>
            <a:endParaRPr lang="en-US" dirty="0"/>
          </a:p>
        </p:txBody>
      </p:sp>
    </p:spTree>
    <p:extLst>
      <p:ext uri="{BB962C8B-B14F-4D97-AF65-F5344CB8AC3E}">
        <p14:creationId xmlns:p14="http://schemas.microsoft.com/office/powerpoint/2010/main" val="144197861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ircle(in)">
                                      <p:cBhvr>
                                        <p:cTn id="7"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9" name="Object 3"/>
          <p:cNvGraphicFramePr>
            <a:graphicFrameLocks noChangeAspect="1"/>
          </p:cNvGraphicFramePr>
          <p:nvPr>
            <p:extLst>
              <p:ext uri="{D42A27DB-BD31-4B8C-83A1-F6EECF244321}">
                <p14:modId xmlns:p14="http://schemas.microsoft.com/office/powerpoint/2010/main" val="3962554677"/>
              </p:ext>
            </p:extLst>
          </p:nvPr>
        </p:nvGraphicFramePr>
        <p:xfrm>
          <a:off x="685800" y="990600"/>
          <a:ext cx="8359775" cy="5110163"/>
        </p:xfrm>
        <a:graphic>
          <a:graphicData uri="http://schemas.openxmlformats.org/presentationml/2006/ole">
            <mc:AlternateContent xmlns:mc="http://schemas.openxmlformats.org/markup-compatibility/2006">
              <mc:Choice xmlns:v="urn:schemas-microsoft-com:vml" Requires="v">
                <p:oleObj spid="_x0000_s4120" name="Picture" r:id="rId4" imgW="8005572" imgH="3653028" progId="Word.Picture.8">
                  <p:embed/>
                </p:oleObj>
              </mc:Choice>
              <mc:Fallback>
                <p:oleObj name="Picture" r:id="rId4" imgW="8005572" imgH="3653028"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1028" t="2000" r="31085" b="4500"/>
                      <a:stretch>
                        <a:fillRect/>
                      </a:stretch>
                    </p:blipFill>
                    <p:spPr bwMode="auto">
                      <a:xfrm>
                        <a:off x="685800" y="990600"/>
                        <a:ext cx="8359775" cy="5110163"/>
                      </a:xfrm>
                      <a:prstGeom prst="rect">
                        <a:avLst/>
                      </a:prstGeom>
                      <a:solidFill>
                        <a:srgbClr val="0070C0"/>
                      </a:solidFill>
                      <a:ln>
                        <a:noFill/>
                      </a:ln>
                    </p:spPr>
                  </p:pic>
                </p:oleObj>
              </mc:Fallback>
            </mc:AlternateContent>
          </a:graphicData>
        </a:graphic>
      </p:graphicFrame>
      <p:sp>
        <p:nvSpPr>
          <p:cNvPr id="284687" name="Line 15"/>
          <p:cNvSpPr>
            <a:spLocks noChangeShapeType="1"/>
          </p:cNvSpPr>
          <p:nvPr/>
        </p:nvSpPr>
        <p:spPr bwMode="auto">
          <a:xfrm>
            <a:off x="2819400" y="5257800"/>
            <a:ext cx="838200" cy="0"/>
          </a:xfrm>
          <a:prstGeom prst="line">
            <a:avLst/>
          </a:prstGeom>
          <a:noFill/>
          <a:ln w="12700">
            <a:solidFill>
              <a:schemeClr val="tx1"/>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688" name="Rectangle 16"/>
          <p:cNvSpPr>
            <a:spLocks noChangeArrowheads="1"/>
          </p:cNvSpPr>
          <p:nvPr/>
        </p:nvSpPr>
        <p:spPr bwMode="auto">
          <a:xfrm>
            <a:off x="3352800" y="3962400"/>
            <a:ext cx="3276600" cy="2133600"/>
          </a:xfrm>
          <a:prstGeom prst="rect">
            <a:avLst/>
          </a:prstGeom>
          <a:solidFill>
            <a:schemeClr val="accent1">
              <a:alpha val="18823"/>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84686" name="Text Box 14"/>
          <p:cNvSpPr txBox="1">
            <a:spLocks noChangeArrowheads="1"/>
          </p:cNvSpPr>
          <p:nvPr/>
        </p:nvSpPr>
        <p:spPr bwMode="auto">
          <a:xfrm>
            <a:off x="0" y="3962400"/>
            <a:ext cx="3048000" cy="2047875"/>
          </a:xfrm>
          <a:prstGeom prst="rect">
            <a:avLst/>
          </a:prstGeom>
          <a:solidFill>
            <a:srgbClr val="0070C0"/>
          </a:solidFill>
          <a:ln>
            <a:noFill/>
          </a:ln>
          <a:effec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1600" i="1" dirty="0">
                <a:solidFill>
                  <a:schemeClr val="bg2"/>
                </a:solidFill>
                <a:cs typeface="Times New Roman" pitchFamily="18" charset="0"/>
              </a:rPr>
              <a:t>System errors</a:t>
            </a:r>
            <a:r>
              <a:rPr lang="en-US" altLang="en-US" sz="1600" dirty="0">
                <a:solidFill>
                  <a:schemeClr val="bg2"/>
                </a:solidFill>
                <a:cs typeface="Times New Roman" pitchFamily="18" charset="0"/>
              </a:rPr>
              <a:t> are thrown by JVM and represented in the </a:t>
            </a:r>
            <a:r>
              <a:rPr lang="en-US" altLang="en-US" sz="1600" u="sng" dirty="0">
                <a:solidFill>
                  <a:schemeClr val="bg2"/>
                </a:solidFill>
                <a:cs typeface="Times New Roman" pitchFamily="18" charset="0"/>
              </a:rPr>
              <a:t>Error</a:t>
            </a:r>
            <a:r>
              <a:rPr lang="en-US" altLang="en-US" sz="1600" dirty="0">
                <a:solidFill>
                  <a:schemeClr val="bg2"/>
                </a:solidFill>
                <a:cs typeface="Times New Roman" pitchFamily="18" charset="0"/>
              </a:rPr>
              <a:t> class. The </a:t>
            </a:r>
            <a:r>
              <a:rPr lang="en-US" altLang="en-US" sz="1600" u="sng" dirty="0">
                <a:solidFill>
                  <a:schemeClr val="bg2"/>
                </a:solidFill>
                <a:cs typeface="Times New Roman" pitchFamily="18" charset="0"/>
              </a:rPr>
              <a:t>Error</a:t>
            </a:r>
            <a:r>
              <a:rPr lang="en-US" altLang="en-US" sz="1600" dirty="0">
                <a:solidFill>
                  <a:schemeClr val="bg2"/>
                </a:solidFill>
                <a:cs typeface="Times New Roman" pitchFamily="18" charset="0"/>
              </a:rPr>
              <a:t> class describes internal system errors. Such errors rarely occur. If one does, there is little you can do beyond notifying the user and trying to terminate the program gracefully.</a:t>
            </a:r>
            <a:r>
              <a:rPr lang="en-US" altLang="en-US" sz="1600" dirty="0">
                <a:cs typeface="Times New Roman" pitchFamily="18" charset="0"/>
              </a:rPr>
              <a:t> </a:t>
            </a:r>
            <a:endParaRPr lang="en-US" altLang="en-US" sz="1600" dirty="0"/>
          </a:p>
        </p:txBody>
      </p:sp>
      <p:sp>
        <p:nvSpPr>
          <p:cNvPr id="7" name="Rectangle 6"/>
          <p:cNvSpPr/>
          <p:nvPr/>
        </p:nvSpPr>
        <p:spPr>
          <a:xfrm>
            <a:off x="-32657"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dirty="0"/>
              <a:t>System Errors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8" name="Picture 2"/>
          <p:cNvPicPr>
            <a:picLocks noChangeAspect="1" noChangeArrowheads="1"/>
          </p:cNvPicPr>
          <p:nvPr/>
        </p:nvPicPr>
        <p:blipFill>
          <a:blip r:embed="rId6"/>
          <a:srcRect/>
          <a:stretch>
            <a:fillRect/>
          </a:stretch>
        </p:blipFill>
        <p:spPr bwMode="auto">
          <a:xfrm>
            <a:off x="7960677" y="0"/>
            <a:ext cx="1183323" cy="9144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33D6E5A2-EC83-451F-A719-9AC1370DD5CF}" type="slidenum">
              <a:rPr lang="en-US" smtClean="0"/>
              <a:pPr/>
              <a:t>35</a:t>
            </a:fld>
            <a:endParaRPr lang="en-US" dirty="0"/>
          </a:p>
        </p:txBody>
      </p:sp>
    </p:spTree>
    <p:extLst>
      <p:ext uri="{BB962C8B-B14F-4D97-AF65-F5344CB8AC3E}">
        <p14:creationId xmlns:p14="http://schemas.microsoft.com/office/powerpoint/2010/main" val="318200267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84686"/>
                                        </p:tgtEl>
                                        <p:attrNameLst>
                                          <p:attrName>style.visibility</p:attrName>
                                        </p:attrNameLst>
                                      </p:cBhvr>
                                      <p:to>
                                        <p:strVal val="visible"/>
                                      </p:to>
                                    </p:set>
                                    <p:anim calcmode="lin" valueType="num">
                                      <p:cBhvr additive="base">
                                        <p:cTn id="7" dur="500" fill="hold"/>
                                        <p:tgtEl>
                                          <p:spTgt spid="284686"/>
                                        </p:tgtEl>
                                        <p:attrNameLst>
                                          <p:attrName>ppt_x</p:attrName>
                                        </p:attrNameLst>
                                      </p:cBhvr>
                                      <p:tavLst>
                                        <p:tav tm="0">
                                          <p:val>
                                            <p:strVal val="0-#ppt_w/2"/>
                                          </p:val>
                                        </p:tav>
                                        <p:tav tm="100000">
                                          <p:val>
                                            <p:strVal val="#ppt_x"/>
                                          </p:val>
                                        </p:tav>
                                      </p:tavLst>
                                    </p:anim>
                                    <p:anim calcmode="lin" valueType="num">
                                      <p:cBhvr additive="base">
                                        <p:cTn id="8" dur="500" fill="hold"/>
                                        <p:tgtEl>
                                          <p:spTgt spid="28468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84687"/>
                                        </p:tgtEl>
                                        <p:attrNameLst>
                                          <p:attrName>style.visibility</p:attrName>
                                        </p:attrNameLst>
                                      </p:cBhvr>
                                      <p:to>
                                        <p:strVal val="visible"/>
                                      </p:to>
                                    </p:set>
                                    <p:anim calcmode="lin" valueType="num">
                                      <p:cBhvr additive="base">
                                        <p:cTn id="11" dur="500" fill="hold"/>
                                        <p:tgtEl>
                                          <p:spTgt spid="284687"/>
                                        </p:tgtEl>
                                        <p:attrNameLst>
                                          <p:attrName>ppt_x</p:attrName>
                                        </p:attrNameLst>
                                      </p:cBhvr>
                                      <p:tavLst>
                                        <p:tav tm="0">
                                          <p:val>
                                            <p:strVal val="0-#ppt_w/2"/>
                                          </p:val>
                                        </p:tav>
                                        <p:tav tm="100000">
                                          <p:val>
                                            <p:strVal val="#ppt_x"/>
                                          </p:val>
                                        </p:tav>
                                      </p:tavLst>
                                    </p:anim>
                                    <p:anim calcmode="lin" valueType="num">
                                      <p:cBhvr additive="base">
                                        <p:cTn id="12" dur="500" fill="hold"/>
                                        <p:tgtEl>
                                          <p:spTgt spid="28468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84688"/>
                                        </p:tgtEl>
                                        <p:attrNameLst>
                                          <p:attrName>style.visibility</p:attrName>
                                        </p:attrNameLst>
                                      </p:cBhvr>
                                      <p:to>
                                        <p:strVal val="visible"/>
                                      </p:to>
                                    </p:set>
                                    <p:anim calcmode="lin" valueType="num">
                                      <p:cBhvr additive="base">
                                        <p:cTn id="15" dur="500" fill="hold"/>
                                        <p:tgtEl>
                                          <p:spTgt spid="284688"/>
                                        </p:tgtEl>
                                        <p:attrNameLst>
                                          <p:attrName>ppt_x</p:attrName>
                                        </p:attrNameLst>
                                      </p:cBhvr>
                                      <p:tavLst>
                                        <p:tav tm="0">
                                          <p:val>
                                            <p:strVal val="0-#ppt_w/2"/>
                                          </p:val>
                                        </p:tav>
                                        <p:tav tm="100000">
                                          <p:val>
                                            <p:strVal val="#ppt_x"/>
                                          </p:val>
                                        </p:tav>
                                      </p:tavLst>
                                    </p:anim>
                                    <p:anim calcmode="lin" valueType="num">
                                      <p:cBhvr additive="base">
                                        <p:cTn id="16" dur="500" fill="hold"/>
                                        <p:tgtEl>
                                          <p:spTgt spid="28468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circle(in)">
                                      <p:cBhvr>
                                        <p:cTn id="21"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87" grpId="0" animBg="1"/>
      <p:bldP spid="284688" grpId="0" animBg="1"/>
      <p:bldP spid="284686"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3" name="Object 3"/>
          <p:cNvGraphicFramePr>
            <a:graphicFrameLocks noChangeAspect="1"/>
          </p:cNvGraphicFramePr>
          <p:nvPr>
            <p:extLst>
              <p:ext uri="{D42A27DB-BD31-4B8C-83A1-F6EECF244321}">
                <p14:modId xmlns:p14="http://schemas.microsoft.com/office/powerpoint/2010/main" val="2435549546"/>
              </p:ext>
            </p:extLst>
          </p:nvPr>
        </p:nvGraphicFramePr>
        <p:xfrm>
          <a:off x="609600" y="1143000"/>
          <a:ext cx="8364538" cy="5110163"/>
        </p:xfrm>
        <a:graphic>
          <a:graphicData uri="http://schemas.openxmlformats.org/presentationml/2006/ole">
            <mc:AlternateContent xmlns:mc="http://schemas.openxmlformats.org/markup-compatibility/2006">
              <mc:Choice xmlns:v="urn:schemas-microsoft-com:vml" Requires="v">
                <p:oleObj spid="_x0000_s5144" name="Picture" r:id="rId3" imgW="8005572" imgH="3653028" progId="Word.Picture.8">
                  <p:embed/>
                </p:oleObj>
              </mc:Choice>
              <mc:Fallback>
                <p:oleObj name="Picture" r:id="rId3" imgW="8005572" imgH="3653028"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1051" t="2000" r="31065" b="4500"/>
                      <a:stretch>
                        <a:fillRect/>
                      </a:stretch>
                    </p:blipFill>
                    <p:spPr bwMode="auto">
                      <a:xfrm>
                        <a:off x="609600" y="1143000"/>
                        <a:ext cx="8364538" cy="5110163"/>
                      </a:xfrm>
                      <a:prstGeom prst="rect">
                        <a:avLst/>
                      </a:prstGeom>
                      <a:solidFill>
                        <a:srgbClr val="0070C0"/>
                      </a:solidFill>
                      <a:ln>
                        <a:noFill/>
                      </a:ln>
                    </p:spPr>
                  </p:pic>
                </p:oleObj>
              </mc:Fallback>
            </mc:AlternateContent>
          </a:graphicData>
        </a:graphic>
      </p:graphicFrame>
      <p:sp>
        <p:nvSpPr>
          <p:cNvPr id="20484" name="Line 4"/>
          <p:cNvSpPr>
            <a:spLocks noChangeShapeType="1"/>
          </p:cNvSpPr>
          <p:nvPr/>
        </p:nvSpPr>
        <p:spPr bwMode="auto">
          <a:xfrm>
            <a:off x="2971800" y="1219200"/>
            <a:ext cx="0" cy="2819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5" name="Line 5"/>
          <p:cNvSpPr>
            <a:spLocks noChangeShapeType="1"/>
          </p:cNvSpPr>
          <p:nvPr/>
        </p:nvSpPr>
        <p:spPr bwMode="auto">
          <a:xfrm>
            <a:off x="2971800" y="1219200"/>
            <a:ext cx="3352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6" name="Line 6"/>
          <p:cNvSpPr>
            <a:spLocks noChangeShapeType="1"/>
          </p:cNvSpPr>
          <p:nvPr/>
        </p:nvSpPr>
        <p:spPr bwMode="auto">
          <a:xfrm>
            <a:off x="6324600" y="1219200"/>
            <a:ext cx="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7" name="Line 7"/>
          <p:cNvSpPr>
            <a:spLocks noChangeShapeType="1"/>
          </p:cNvSpPr>
          <p:nvPr/>
        </p:nvSpPr>
        <p:spPr bwMode="auto">
          <a:xfrm>
            <a:off x="2971800" y="4038600"/>
            <a:ext cx="3352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5705" name="Line 9"/>
          <p:cNvSpPr>
            <a:spLocks noChangeShapeType="1"/>
          </p:cNvSpPr>
          <p:nvPr/>
        </p:nvSpPr>
        <p:spPr bwMode="auto">
          <a:xfrm>
            <a:off x="2819400" y="1905000"/>
            <a:ext cx="838200" cy="0"/>
          </a:xfrm>
          <a:prstGeom prst="line">
            <a:avLst/>
          </a:prstGeom>
          <a:noFill/>
          <a:ln w="12700">
            <a:solidFill>
              <a:schemeClr val="tx1"/>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9" name="Line 12"/>
          <p:cNvSpPr>
            <a:spLocks noChangeShapeType="1"/>
          </p:cNvSpPr>
          <p:nvPr/>
        </p:nvSpPr>
        <p:spPr bwMode="auto">
          <a:xfrm>
            <a:off x="6324600" y="4038600"/>
            <a:ext cx="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5704" name="Text Box 8"/>
          <p:cNvSpPr txBox="1">
            <a:spLocks noChangeArrowheads="1"/>
          </p:cNvSpPr>
          <p:nvPr/>
        </p:nvSpPr>
        <p:spPr bwMode="auto">
          <a:xfrm>
            <a:off x="228600" y="1295400"/>
            <a:ext cx="2667000" cy="1739900"/>
          </a:xfrm>
          <a:prstGeom prst="rect">
            <a:avLst/>
          </a:prstGeom>
          <a:solidFill>
            <a:srgbClr val="0070C0"/>
          </a:solidFill>
          <a:ln>
            <a:noFill/>
          </a:ln>
          <a:effec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1800" u="sng">
                <a:solidFill>
                  <a:schemeClr val="bg2"/>
                </a:solidFill>
                <a:cs typeface="Times New Roman" pitchFamily="18" charset="0"/>
              </a:rPr>
              <a:t>Exception</a:t>
            </a:r>
            <a:r>
              <a:rPr lang="en-US" altLang="en-US" sz="1800">
                <a:solidFill>
                  <a:schemeClr val="bg2"/>
                </a:solidFill>
                <a:cs typeface="Times New Roman" pitchFamily="18" charset="0"/>
              </a:rPr>
              <a:t> describes errors caused by your program and external circumstances. These errors can be caught and handled by your program. </a:t>
            </a:r>
            <a:endParaRPr lang="en-US" altLang="en-US" sz="1800">
              <a:solidFill>
                <a:schemeClr val="bg2"/>
              </a:solidFill>
            </a:endParaRPr>
          </a:p>
        </p:txBody>
      </p:sp>
      <p:sp>
        <p:nvSpPr>
          <p:cNvPr id="285710" name="Rectangle 14"/>
          <p:cNvSpPr>
            <a:spLocks noChangeArrowheads="1"/>
          </p:cNvSpPr>
          <p:nvPr/>
        </p:nvSpPr>
        <p:spPr bwMode="auto">
          <a:xfrm>
            <a:off x="2971800" y="1371600"/>
            <a:ext cx="5943600" cy="2667000"/>
          </a:xfrm>
          <a:prstGeom prst="rect">
            <a:avLst/>
          </a:prstGeom>
          <a:solidFill>
            <a:schemeClr val="accent1">
              <a:alpha val="18823"/>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85711" name="Rectangle 15"/>
          <p:cNvSpPr>
            <a:spLocks noChangeArrowheads="1"/>
          </p:cNvSpPr>
          <p:nvPr/>
        </p:nvSpPr>
        <p:spPr bwMode="auto">
          <a:xfrm>
            <a:off x="6172200" y="4038600"/>
            <a:ext cx="2743200" cy="533400"/>
          </a:xfrm>
          <a:prstGeom prst="rect">
            <a:avLst/>
          </a:prstGeom>
          <a:solidFill>
            <a:schemeClr val="accent1">
              <a:alpha val="18823"/>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13" name="Picture 2"/>
          <p:cNvPicPr>
            <a:picLocks noChangeAspect="1" noChangeArrowheads="1"/>
          </p:cNvPicPr>
          <p:nvPr/>
        </p:nvPicPr>
        <p:blipFill>
          <a:blip r:embed="rId5"/>
          <a:srcRect/>
          <a:stretch>
            <a:fillRect/>
          </a:stretch>
        </p:blipFill>
        <p:spPr bwMode="auto">
          <a:xfrm>
            <a:off x="7960677" y="0"/>
            <a:ext cx="1183323" cy="914400"/>
          </a:xfrm>
          <a:prstGeom prst="rect">
            <a:avLst/>
          </a:prstGeom>
          <a:noFill/>
          <a:ln w="9525">
            <a:noFill/>
            <a:miter lim="800000"/>
            <a:headEnd/>
            <a:tailEnd/>
          </a:ln>
        </p:spPr>
      </p:pic>
      <p:sp>
        <p:nvSpPr>
          <p:cNvPr id="14" name="Rectangle 13"/>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3200" dirty="0">
                <a:cs typeface="Trebuchet MS" pitchFamily="34" charset="0"/>
              </a:rPr>
              <a:t>Exceptions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33D6E5A2-EC83-451F-A719-9AC1370DD5CF}" type="slidenum">
              <a:rPr lang="en-US" smtClean="0"/>
              <a:pPr/>
              <a:t>36</a:t>
            </a:fld>
            <a:endParaRPr lang="en-US" dirty="0"/>
          </a:p>
        </p:txBody>
      </p:sp>
    </p:spTree>
    <p:extLst>
      <p:ext uri="{BB962C8B-B14F-4D97-AF65-F5344CB8AC3E}">
        <p14:creationId xmlns:p14="http://schemas.microsoft.com/office/powerpoint/2010/main" val="208747217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85704"/>
                                        </p:tgtEl>
                                        <p:attrNameLst>
                                          <p:attrName>style.visibility</p:attrName>
                                        </p:attrNameLst>
                                      </p:cBhvr>
                                      <p:to>
                                        <p:strVal val="visible"/>
                                      </p:to>
                                    </p:set>
                                    <p:anim calcmode="lin" valueType="num">
                                      <p:cBhvr additive="base">
                                        <p:cTn id="7" dur="500" fill="hold"/>
                                        <p:tgtEl>
                                          <p:spTgt spid="285704"/>
                                        </p:tgtEl>
                                        <p:attrNameLst>
                                          <p:attrName>ppt_x</p:attrName>
                                        </p:attrNameLst>
                                      </p:cBhvr>
                                      <p:tavLst>
                                        <p:tav tm="0">
                                          <p:val>
                                            <p:strVal val="0-#ppt_w/2"/>
                                          </p:val>
                                        </p:tav>
                                        <p:tav tm="100000">
                                          <p:val>
                                            <p:strVal val="#ppt_x"/>
                                          </p:val>
                                        </p:tav>
                                      </p:tavLst>
                                    </p:anim>
                                    <p:anim calcmode="lin" valueType="num">
                                      <p:cBhvr additive="base">
                                        <p:cTn id="8" dur="500" fill="hold"/>
                                        <p:tgtEl>
                                          <p:spTgt spid="28570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85705"/>
                                        </p:tgtEl>
                                        <p:attrNameLst>
                                          <p:attrName>style.visibility</p:attrName>
                                        </p:attrNameLst>
                                      </p:cBhvr>
                                      <p:to>
                                        <p:strVal val="visible"/>
                                      </p:to>
                                    </p:set>
                                    <p:anim calcmode="lin" valueType="num">
                                      <p:cBhvr additive="base">
                                        <p:cTn id="11" dur="500" fill="hold"/>
                                        <p:tgtEl>
                                          <p:spTgt spid="285705"/>
                                        </p:tgtEl>
                                        <p:attrNameLst>
                                          <p:attrName>ppt_x</p:attrName>
                                        </p:attrNameLst>
                                      </p:cBhvr>
                                      <p:tavLst>
                                        <p:tav tm="0">
                                          <p:val>
                                            <p:strVal val="0-#ppt_w/2"/>
                                          </p:val>
                                        </p:tav>
                                        <p:tav tm="100000">
                                          <p:val>
                                            <p:strVal val="#ppt_x"/>
                                          </p:val>
                                        </p:tav>
                                      </p:tavLst>
                                    </p:anim>
                                    <p:anim calcmode="lin" valueType="num">
                                      <p:cBhvr additive="base">
                                        <p:cTn id="12" dur="500" fill="hold"/>
                                        <p:tgtEl>
                                          <p:spTgt spid="28570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85710"/>
                                        </p:tgtEl>
                                        <p:attrNameLst>
                                          <p:attrName>style.visibility</p:attrName>
                                        </p:attrNameLst>
                                      </p:cBhvr>
                                      <p:to>
                                        <p:strVal val="visible"/>
                                      </p:to>
                                    </p:set>
                                    <p:anim calcmode="lin" valueType="num">
                                      <p:cBhvr additive="base">
                                        <p:cTn id="15" dur="500" fill="hold"/>
                                        <p:tgtEl>
                                          <p:spTgt spid="285710"/>
                                        </p:tgtEl>
                                        <p:attrNameLst>
                                          <p:attrName>ppt_x</p:attrName>
                                        </p:attrNameLst>
                                      </p:cBhvr>
                                      <p:tavLst>
                                        <p:tav tm="0">
                                          <p:val>
                                            <p:strVal val="0-#ppt_w/2"/>
                                          </p:val>
                                        </p:tav>
                                        <p:tav tm="100000">
                                          <p:val>
                                            <p:strVal val="#ppt_x"/>
                                          </p:val>
                                        </p:tav>
                                      </p:tavLst>
                                    </p:anim>
                                    <p:anim calcmode="lin" valueType="num">
                                      <p:cBhvr additive="base">
                                        <p:cTn id="16" dur="500" fill="hold"/>
                                        <p:tgtEl>
                                          <p:spTgt spid="2857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85711"/>
                                        </p:tgtEl>
                                        <p:attrNameLst>
                                          <p:attrName>style.visibility</p:attrName>
                                        </p:attrNameLst>
                                      </p:cBhvr>
                                      <p:to>
                                        <p:strVal val="visible"/>
                                      </p:to>
                                    </p:set>
                                    <p:anim calcmode="lin" valueType="num">
                                      <p:cBhvr additive="base">
                                        <p:cTn id="19" dur="500" fill="hold"/>
                                        <p:tgtEl>
                                          <p:spTgt spid="285711"/>
                                        </p:tgtEl>
                                        <p:attrNameLst>
                                          <p:attrName>ppt_x</p:attrName>
                                        </p:attrNameLst>
                                      </p:cBhvr>
                                      <p:tavLst>
                                        <p:tav tm="0">
                                          <p:val>
                                            <p:strVal val="0-#ppt_w/2"/>
                                          </p:val>
                                        </p:tav>
                                        <p:tav tm="100000">
                                          <p:val>
                                            <p:strVal val="#ppt_x"/>
                                          </p:val>
                                        </p:tav>
                                      </p:tavLst>
                                    </p:anim>
                                    <p:anim calcmode="lin" valueType="num">
                                      <p:cBhvr additive="base">
                                        <p:cTn id="20" dur="500" fill="hold"/>
                                        <p:tgtEl>
                                          <p:spTgt spid="2857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Effect transition="in" filter="circle(in)">
                                      <p:cBhvr>
                                        <p:cTn id="25"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05" grpId="0" animBg="1"/>
      <p:bldP spid="285704" grpId="0" animBg="1" autoUpdateAnimBg="0"/>
      <p:bldP spid="285710" grpId="0" animBg="1"/>
      <p:bldP spid="2857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7" name="Object 3"/>
          <p:cNvGraphicFramePr>
            <a:graphicFrameLocks noChangeAspect="1"/>
          </p:cNvGraphicFramePr>
          <p:nvPr>
            <p:extLst>
              <p:ext uri="{D42A27DB-BD31-4B8C-83A1-F6EECF244321}">
                <p14:modId xmlns:p14="http://schemas.microsoft.com/office/powerpoint/2010/main" val="3863711900"/>
              </p:ext>
            </p:extLst>
          </p:nvPr>
        </p:nvGraphicFramePr>
        <p:xfrm>
          <a:off x="678984" y="1143000"/>
          <a:ext cx="8481468" cy="5181599"/>
        </p:xfrm>
        <a:graphic>
          <a:graphicData uri="http://schemas.openxmlformats.org/presentationml/2006/ole">
            <mc:AlternateContent xmlns:mc="http://schemas.openxmlformats.org/markup-compatibility/2006">
              <mc:Choice xmlns:v="urn:schemas-microsoft-com:vml" Requires="v">
                <p:oleObj spid="_x0000_s6168" name="Picture" r:id="rId3" imgW="8005572" imgH="3653028" progId="Word.Picture.8">
                  <p:embed/>
                </p:oleObj>
              </mc:Choice>
              <mc:Fallback>
                <p:oleObj name="Picture" r:id="rId3" imgW="8005572" imgH="3653028"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1051" t="2000" r="31065" b="4500"/>
                      <a:stretch>
                        <a:fillRect/>
                      </a:stretch>
                    </p:blipFill>
                    <p:spPr bwMode="auto">
                      <a:xfrm>
                        <a:off x="678984" y="1143000"/>
                        <a:ext cx="8481468" cy="5181599"/>
                      </a:xfrm>
                      <a:prstGeom prst="rect">
                        <a:avLst/>
                      </a:prstGeom>
                      <a:solidFill>
                        <a:srgbClr val="0070C0"/>
                      </a:solidFill>
                      <a:ln>
                        <a:noFill/>
                      </a:ln>
                    </p:spPr>
                  </p:pic>
                </p:oleObj>
              </mc:Fallback>
            </mc:AlternateContent>
          </a:graphicData>
        </a:graphic>
      </p:graphicFrame>
      <p:sp>
        <p:nvSpPr>
          <p:cNvPr id="21508" name="Line 4"/>
          <p:cNvSpPr>
            <a:spLocks noChangeShapeType="1"/>
          </p:cNvSpPr>
          <p:nvPr/>
        </p:nvSpPr>
        <p:spPr bwMode="auto">
          <a:xfrm>
            <a:off x="5867400" y="1752600"/>
            <a:ext cx="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09" name="Line 5"/>
          <p:cNvSpPr>
            <a:spLocks noChangeShapeType="1"/>
          </p:cNvSpPr>
          <p:nvPr/>
        </p:nvSpPr>
        <p:spPr bwMode="auto">
          <a:xfrm>
            <a:off x="5867400" y="1752600"/>
            <a:ext cx="2514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0" name="Line 6"/>
          <p:cNvSpPr>
            <a:spLocks noChangeShapeType="1"/>
          </p:cNvSpPr>
          <p:nvPr/>
        </p:nvSpPr>
        <p:spPr bwMode="auto">
          <a:xfrm>
            <a:off x="8382000" y="1752600"/>
            <a:ext cx="0" cy="2743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1" name="Line 7"/>
          <p:cNvSpPr>
            <a:spLocks noChangeShapeType="1"/>
          </p:cNvSpPr>
          <p:nvPr/>
        </p:nvSpPr>
        <p:spPr bwMode="auto">
          <a:xfrm>
            <a:off x="5867400" y="4495800"/>
            <a:ext cx="2514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2" name="Line 9"/>
          <p:cNvSpPr>
            <a:spLocks noChangeShapeType="1"/>
          </p:cNvSpPr>
          <p:nvPr/>
        </p:nvSpPr>
        <p:spPr bwMode="auto">
          <a:xfrm flipH="1" flipV="1">
            <a:off x="6096000" y="4343400"/>
            <a:ext cx="0" cy="457200"/>
          </a:xfrm>
          <a:prstGeom prst="line">
            <a:avLst/>
          </a:prstGeom>
          <a:noFill/>
          <a:ln w="12700">
            <a:solidFill>
              <a:schemeClr val="tx1"/>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55" name="Text Box 11"/>
          <p:cNvSpPr txBox="1">
            <a:spLocks noChangeArrowheads="1"/>
          </p:cNvSpPr>
          <p:nvPr/>
        </p:nvSpPr>
        <p:spPr bwMode="auto">
          <a:xfrm>
            <a:off x="6172200" y="4572000"/>
            <a:ext cx="2743200" cy="942975"/>
          </a:xfrm>
          <a:prstGeom prst="rect">
            <a:avLst/>
          </a:prstGeom>
          <a:solidFill>
            <a:srgbClr val="0070C0"/>
          </a:solidFill>
          <a:ln>
            <a:noFill/>
          </a:ln>
          <a:effec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1400" dirty="0" err="1">
                <a:solidFill>
                  <a:schemeClr val="bg2"/>
                </a:solidFill>
              </a:rPr>
              <a:t>RuntimeException</a:t>
            </a:r>
            <a:r>
              <a:rPr lang="en-US" altLang="en-US" sz="1400" dirty="0">
                <a:solidFill>
                  <a:schemeClr val="bg2"/>
                </a:solidFill>
              </a:rPr>
              <a:t> is caused by programming errors, such as bad casting, accessing an out-of-bounds array, and numeric errors.</a:t>
            </a:r>
          </a:p>
        </p:txBody>
      </p:sp>
      <p:sp>
        <p:nvSpPr>
          <p:cNvPr id="21514" name="Line 12"/>
          <p:cNvSpPr>
            <a:spLocks noChangeShapeType="1"/>
          </p:cNvSpPr>
          <p:nvPr/>
        </p:nvSpPr>
        <p:spPr bwMode="auto">
          <a:xfrm>
            <a:off x="3352800" y="2667000"/>
            <a:ext cx="2514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5" name="Line 13"/>
          <p:cNvSpPr>
            <a:spLocks noChangeShapeType="1"/>
          </p:cNvSpPr>
          <p:nvPr/>
        </p:nvSpPr>
        <p:spPr bwMode="auto">
          <a:xfrm>
            <a:off x="3352800" y="3276600"/>
            <a:ext cx="2514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6" name="Line 14"/>
          <p:cNvSpPr>
            <a:spLocks noChangeShapeType="1"/>
          </p:cNvSpPr>
          <p:nvPr/>
        </p:nvSpPr>
        <p:spPr bwMode="auto">
          <a:xfrm>
            <a:off x="5867400" y="3276600"/>
            <a:ext cx="0" cy="1219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7" name="Line 15"/>
          <p:cNvSpPr>
            <a:spLocks noChangeShapeType="1"/>
          </p:cNvSpPr>
          <p:nvPr/>
        </p:nvSpPr>
        <p:spPr bwMode="auto">
          <a:xfrm>
            <a:off x="3352800" y="2667000"/>
            <a:ext cx="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760" name="Rectangle 16"/>
          <p:cNvSpPr>
            <a:spLocks noChangeArrowheads="1"/>
          </p:cNvSpPr>
          <p:nvPr/>
        </p:nvSpPr>
        <p:spPr bwMode="auto">
          <a:xfrm>
            <a:off x="5943600" y="1905000"/>
            <a:ext cx="2743200" cy="2438400"/>
          </a:xfrm>
          <a:prstGeom prst="rect">
            <a:avLst/>
          </a:prstGeom>
          <a:solidFill>
            <a:schemeClr val="accent1">
              <a:alpha val="18823"/>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87761" name="Rectangle 17"/>
          <p:cNvSpPr>
            <a:spLocks noChangeArrowheads="1"/>
          </p:cNvSpPr>
          <p:nvPr/>
        </p:nvSpPr>
        <p:spPr bwMode="auto">
          <a:xfrm>
            <a:off x="4267200" y="2743200"/>
            <a:ext cx="1676400" cy="533400"/>
          </a:xfrm>
          <a:prstGeom prst="rect">
            <a:avLst/>
          </a:prstGeom>
          <a:solidFill>
            <a:schemeClr val="accent1">
              <a:alpha val="18823"/>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6" name="Rectangle 15"/>
          <p:cNvSpPr/>
          <p:nvPr/>
        </p:nvSpPr>
        <p:spPr>
          <a:xfrm>
            <a:off x="-76200"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3200" dirty="0">
                <a:ea typeface="+mj-ea"/>
              </a:rPr>
              <a:t>Runtime Exceptions</a:t>
            </a:r>
            <a:endParaRPr lang="en-US" altLang="en-US" sz="3200" b="1" dirty="0">
              <a:ea typeface="+mj-ea"/>
            </a:endParaRPr>
          </a:p>
          <a:p>
            <a:pPr algn="ctr">
              <a:defRPr/>
            </a:pP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17" name="Picture 2"/>
          <p:cNvPicPr>
            <a:picLocks noChangeAspect="1" noChangeArrowheads="1"/>
          </p:cNvPicPr>
          <p:nvPr/>
        </p:nvPicPr>
        <p:blipFill>
          <a:blip r:embed="rId5"/>
          <a:srcRect/>
          <a:stretch>
            <a:fillRect/>
          </a:stretch>
        </p:blipFill>
        <p:spPr bwMode="auto">
          <a:xfrm>
            <a:off x="7960677" y="0"/>
            <a:ext cx="1183323" cy="9144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33D6E5A2-EC83-451F-A719-9AC1370DD5CF}" type="slidenum">
              <a:rPr lang="en-US" smtClean="0"/>
              <a:pPr/>
              <a:t>37</a:t>
            </a:fld>
            <a:endParaRPr lang="en-US" dirty="0"/>
          </a:p>
        </p:txBody>
      </p:sp>
    </p:spTree>
    <p:extLst>
      <p:ext uri="{BB962C8B-B14F-4D97-AF65-F5344CB8AC3E}">
        <p14:creationId xmlns:p14="http://schemas.microsoft.com/office/powerpoint/2010/main" val="422565454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87755"/>
                                        </p:tgtEl>
                                        <p:attrNameLst>
                                          <p:attrName>style.visibility</p:attrName>
                                        </p:attrNameLst>
                                      </p:cBhvr>
                                      <p:to>
                                        <p:strVal val="visible"/>
                                      </p:to>
                                    </p:set>
                                    <p:anim calcmode="lin" valueType="num">
                                      <p:cBhvr additive="base">
                                        <p:cTn id="7" dur="500" fill="hold"/>
                                        <p:tgtEl>
                                          <p:spTgt spid="287755"/>
                                        </p:tgtEl>
                                        <p:attrNameLst>
                                          <p:attrName>ppt_x</p:attrName>
                                        </p:attrNameLst>
                                      </p:cBhvr>
                                      <p:tavLst>
                                        <p:tav tm="0">
                                          <p:val>
                                            <p:strVal val="0-#ppt_w/2"/>
                                          </p:val>
                                        </p:tav>
                                        <p:tav tm="100000">
                                          <p:val>
                                            <p:strVal val="#ppt_x"/>
                                          </p:val>
                                        </p:tav>
                                      </p:tavLst>
                                    </p:anim>
                                    <p:anim calcmode="lin" valueType="num">
                                      <p:cBhvr additive="base">
                                        <p:cTn id="8" dur="500" fill="hold"/>
                                        <p:tgtEl>
                                          <p:spTgt spid="28775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87760"/>
                                        </p:tgtEl>
                                        <p:attrNameLst>
                                          <p:attrName>style.visibility</p:attrName>
                                        </p:attrNameLst>
                                      </p:cBhvr>
                                      <p:to>
                                        <p:strVal val="visible"/>
                                      </p:to>
                                    </p:set>
                                    <p:anim calcmode="lin" valueType="num">
                                      <p:cBhvr additive="base">
                                        <p:cTn id="11" dur="500" fill="hold"/>
                                        <p:tgtEl>
                                          <p:spTgt spid="287760"/>
                                        </p:tgtEl>
                                        <p:attrNameLst>
                                          <p:attrName>ppt_x</p:attrName>
                                        </p:attrNameLst>
                                      </p:cBhvr>
                                      <p:tavLst>
                                        <p:tav tm="0">
                                          <p:val>
                                            <p:strVal val="0-#ppt_w/2"/>
                                          </p:val>
                                        </p:tav>
                                        <p:tav tm="100000">
                                          <p:val>
                                            <p:strVal val="#ppt_x"/>
                                          </p:val>
                                        </p:tav>
                                      </p:tavLst>
                                    </p:anim>
                                    <p:anim calcmode="lin" valueType="num">
                                      <p:cBhvr additive="base">
                                        <p:cTn id="12" dur="500" fill="hold"/>
                                        <p:tgtEl>
                                          <p:spTgt spid="287760"/>
                                        </p:tgtEl>
                                        <p:attrNameLst>
                                          <p:attrName>ppt_y</p:attrName>
                                        </p:attrNameLst>
                                      </p:cBhvr>
                                      <p:tavLst>
                                        <p:tav tm="0">
                                          <p:val>
                                            <p:strVal val="#ppt_y"/>
                                          </p:val>
                                        </p:tav>
                                        <p:tav tm="100000">
                                          <p:val>
                                            <p:strVal val="#ppt_y"/>
                                          </p:val>
                                        </p:tav>
                                      </p:tavLst>
                                    </p:anim>
                                  </p:childTnLst>
                                </p:cTn>
                              </p:par>
                              <p:par>
                                <p:cTn id="13" presetID="2" presetClass="entr" presetSubtype="8" fill="hold" grpId="1" nodeType="withEffect">
                                  <p:stCondLst>
                                    <p:cond delay="0"/>
                                  </p:stCondLst>
                                  <p:childTnLst>
                                    <p:set>
                                      <p:cBhvr>
                                        <p:cTn id="14" dur="1" fill="hold">
                                          <p:stCondLst>
                                            <p:cond delay="0"/>
                                          </p:stCondLst>
                                        </p:cTn>
                                        <p:tgtEl>
                                          <p:spTgt spid="287755"/>
                                        </p:tgtEl>
                                        <p:attrNameLst>
                                          <p:attrName>style.visibility</p:attrName>
                                        </p:attrNameLst>
                                      </p:cBhvr>
                                      <p:to>
                                        <p:strVal val="visible"/>
                                      </p:to>
                                    </p:set>
                                    <p:anim calcmode="lin" valueType="num">
                                      <p:cBhvr additive="base">
                                        <p:cTn id="15" dur="500" fill="hold"/>
                                        <p:tgtEl>
                                          <p:spTgt spid="287755"/>
                                        </p:tgtEl>
                                        <p:attrNameLst>
                                          <p:attrName>ppt_x</p:attrName>
                                        </p:attrNameLst>
                                      </p:cBhvr>
                                      <p:tavLst>
                                        <p:tav tm="0">
                                          <p:val>
                                            <p:strVal val="0-#ppt_w/2"/>
                                          </p:val>
                                        </p:tav>
                                        <p:tav tm="100000">
                                          <p:val>
                                            <p:strVal val="#ppt_x"/>
                                          </p:val>
                                        </p:tav>
                                      </p:tavLst>
                                    </p:anim>
                                    <p:anim calcmode="lin" valueType="num">
                                      <p:cBhvr additive="base">
                                        <p:cTn id="16" dur="500" fill="hold"/>
                                        <p:tgtEl>
                                          <p:spTgt spid="28775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87761"/>
                                        </p:tgtEl>
                                        <p:attrNameLst>
                                          <p:attrName>style.visibility</p:attrName>
                                        </p:attrNameLst>
                                      </p:cBhvr>
                                      <p:to>
                                        <p:strVal val="visible"/>
                                      </p:to>
                                    </p:set>
                                    <p:anim calcmode="lin" valueType="num">
                                      <p:cBhvr additive="base">
                                        <p:cTn id="19" dur="500" fill="hold"/>
                                        <p:tgtEl>
                                          <p:spTgt spid="287761"/>
                                        </p:tgtEl>
                                        <p:attrNameLst>
                                          <p:attrName>ppt_x</p:attrName>
                                        </p:attrNameLst>
                                      </p:cBhvr>
                                      <p:tavLst>
                                        <p:tav tm="0">
                                          <p:val>
                                            <p:strVal val="0-#ppt_w/2"/>
                                          </p:val>
                                        </p:tav>
                                        <p:tav tm="100000">
                                          <p:val>
                                            <p:strVal val="#ppt_x"/>
                                          </p:val>
                                        </p:tav>
                                      </p:tavLst>
                                    </p:anim>
                                    <p:anim calcmode="lin" valueType="num">
                                      <p:cBhvr additive="base">
                                        <p:cTn id="20" dur="500" fill="hold"/>
                                        <p:tgtEl>
                                          <p:spTgt spid="28776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animEffect transition="in" filter="circle(in)">
                                      <p:cBhvr>
                                        <p:cTn id="25" dur="20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55" grpId="0" animBg="1" autoUpdateAnimBg="0"/>
      <p:bldP spid="287755" grpId="1" animBg="1"/>
      <p:bldP spid="287760" grpId="0" animBg="1"/>
      <p:bldP spid="28776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dirty="0"/>
              <a:t>Exception-Hierarchy</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6" name="Content Placeholder 6" descr="Related image"/>
          <p:cNvPicPr>
            <a:picLocks noGrp="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685800" y="1066800"/>
            <a:ext cx="8001000" cy="5486399"/>
          </a:xfrm>
          <a:prstGeom prst="rect">
            <a:avLst/>
          </a:prstGeom>
          <a:noFill/>
          <a:ln>
            <a:noFill/>
          </a:ln>
        </p:spPr>
      </p:pic>
      <p:sp>
        <p:nvSpPr>
          <p:cNvPr id="2" name="Slide Number Placeholder 1"/>
          <p:cNvSpPr>
            <a:spLocks noGrp="1"/>
          </p:cNvSpPr>
          <p:nvPr>
            <p:ph type="sldNum" sz="quarter" idx="12"/>
          </p:nvPr>
        </p:nvSpPr>
        <p:spPr/>
        <p:txBody>
          <a:bodyPr/>
          <a:lstStyle/>
          <a:p>
            <a:fld id="{33D6E5A2-EC83-451F-A719-9AC1370DD5CF}" type="slidenum">
              <a:rPr lang="en-US" smtClean="0"/>
              <a:pPr/>
              <a:t>38</a:t>
            </a:fld>
            <a:endParaRPr lang="en-US" dirty="0"/>
          </a:p>
        </p:txBody>
      </p:sp>
    </p:spTree>
    <p:extLst>
      <p:ext uri="{BB962C8B-B14F-4D97-AF65-F5344CB8AC3E}">
        <p14:creationId xmlns:p14="http://schemas.microsoft.com/office/powerpoint/2010/main" val="167194950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nodeType="clickEffect">
                                  <p:stCondLst>
                                    <p:cond delay="0"/>
                                  </p:stCondLst>
                                  <p:childTnLst>
                                    <p:animRot by="120000">
                                      <p:cBhvr>
                                        <p:cTn id="11" dur="100" fill="hold">
                                          <p:stCondLst>
                                            <p:cond delay="0"/>
                                          </p:stCondLst>
                                        </p:cTn>
                                        <p:tgtEl>
                                          <p:spTgt spid="6"/>
                                        </p:tgtEl>
                                        <p:attrNameLst>
                                          <p:attrName>r</p:attrName>
                                        </p:attrNameLst>
                                      </p:cBhvr>
                                    </p:animRot>
                                    <p:animRot by="-240000">
                                      <p:cBhvr>
                                        <p:cTn id="12" dur="200" fill="hold">
                                          <p:stCondLst>
                                            <p:cond delay="200"/>
                                          </p:stCondLst>
                                        </p:cTn>
                                        <p:tgtEl>
                                          <p:spTgt spid="6"/>
                                        </p:tgtEl>
                                        <p:attrNameLst>
                                          <p:attrName>r</p:attrName>
                                        </p:attrNameLst>
                                      </p:cBhvr>
                                    </p:animRot>
                                    <p:animRot by="240000">
                                      <p:cBhvr>
                                        <p:cTn id="13" dur="200" fill="hold">
                                          <p:stCondLst>
                                            <p:cond delay="400"/>
                                          </p:stCondLst>
                                        </p:cTn>
                                        <p:tgtEl>
                                          <p:spTgt spid="6"/>
                                        </p:tgtEl>
                                        <p:attrNameLst>
                                          <p:attrName>r</p:attrName>
                                        </p:attrNameLst>
                                      </p:cBhvr>
                                    </p:animRot>
                                    <p:animRot by="-240000">
                                      <p:cBhvr>
                                        <p:cTn id="14" dur="200" fill="hold">
                                          <p:stCondLst>
                                            <p:cond delay="600"/>
                                          </p:stCondLst>
                                        </p:cTn>
                                        <p:tgtEl>
                                          <p:spTgt spid="6"/>
                                        </p:tgtEl>
                                        <p:attrNameLst>
                                          <p:attrName>r</p:attrName>
                                        </p:attrNameLst>
                                      </p:cBhvr>
                                    </p:animRot>
                                    <p:animRot by="120000">
                                      <p:cBhvr>
                                        <p:cTn id="15" dur="200" fill="hold">
                                          <p:stCondLst>
                                            <p:cond delay="800"/>
                                          </p:stCondLst>
                                        </p:cTn>
                                        <p:tgtEl>
                                          <p:spTgt spid="6"/>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1" presetClass="emph" presetSubtype="2" fill="hold" nodeType="clickEffect">
                                  <p:stCondLst>
                                    <p:cond delay="0"/>
                                  </p:stCondLst>
                                  <p:childTnLst>
                                    <p:animClr clrSpc="rgb" dir="cw">
                                      <p:cBhvr>
                                        <p:cTn id="19" dur="2000" fill="hold"/>
                                        <p:tgtEl>
                                          <p:spTgt spid="6"/>
                                        </p:tgtEl>
                                        <p:attrNameLst>
                                          <p:attrName>fillcolor</p:attrName>
                                        </p:attrNameLst>
                                      </p:cBhvr>
                                      <p:to>
                                        <a:schemeClr val="accent2"/>
                                      </p:to>
                                    </p:animClr>
                                    <p:set>
                                      <p:cBhvr>
                                        <p:cTn id="20" dur="2000" fill="hold"/>
                                        <p:tgtEl>
                                          <p:spTgt spid="6"/>
                                        </p:tgtEl>
                                        <p:attrNameLst>
                                          <p:attrName>fill.type</p:attrName>
                                        </p:attrNameLst>
                                      </p:cBhvr>
                                      <p:to>
                                        <p:strVal val="solid"/>
                                      </p:to>
                                    </p:set>
                                    <p:set>
                                      <p:cBhvr>
                                        <p:cTn id="21" dur="2000" fill="hold"/>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0"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dirty="0"/>
          </a:p>
          <a:p>
            <a:pPr algn="ctr" fontAlgn="auto">
              <a:spcBef>
                <a:spcPts val="0"/>
              </a:spcBef>
              <a:spcAft>
                <a:spcPts val="0"/>
              </a:spcAft>
              <a:defRPr/>
            </a:pPr>
            <a:r>
              <a:rPr lang="en-US" sz="3200" b="1" dirty="0">
                <a:ln>
                  <a:solidFill>
                    <a:schemeClr val="accent1">
                      <a:lumMod val="60000"/>
                      <a:lumOff val="40000"/>
                    </a:schemeClr>
                  </a:solidFill>
                </a:ln>
                <a:solidFill>
                  <a:schemeClr val="bg1"/>
                </a:solidFill>
                <a:latin typeface="+mj-lt"/>
                <a:cs typeface="Times New Roman" panose="02020603050405020304" pitchFamily="18" charset="0"/>
              </a:rPr>
              <a:t>Exception Types</a:t>
            </a:r>
          </a:p>
        </p:txBody>
      </p:sp>
      <p:sp>
        <p:nvSpPr>
          <p:cNvPr id="3" name="Content Placeholder 2"/>
          <p:cNvSpPr>
            <a:spLocks noGrp="1"/>
          </p:cNvSpPr>
          <p:nvPr>
            <p:ph idx="1"/>
          </p:nvPr>
        </p:nvSpPr>
        <p:spPr/>
        <p:txBody>
          <a:bodyPr/>
          <a:lstStyle/>
          <a:p>
            <a:endParaRPr lang="en-US"/>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3200400"/>
            <a:ext cx="6095999"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2" name="Picture 2" descr="https://media.geeksforgeeks.org/wp-content/cdn-uploads/Exceptions-in-Java.pn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85800" y="914400"/>
            <a:ext cx="5305425" cy="193190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39</a:t>
            </a:fld>
            <a:endParaRPr lang="en-US" dirty="0"/>
          </a:p>
        </p:txBody>
      </p:sp>
    </p:spTree>
    <p:extLst>
      <p:ext uri="{BB962C8B-B14F-4D97-AF65-F5344CB8AC3E}">
        <p14:creationId xmlns:p14="http://schemas.microsoft.com/office/powerpoint/2010/main" val="336928181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10242"/>
                                        </p:tgtEl>
                                      </p:cBhvr>
                                    </p:animEffect>
                                    <p:animScale>
                                      <p:cBhvr>
                                        <p:cTn id="12" dur="250" autoRev="1" fill="hold"/>
                                        <p:tgtEl>
                                          <p:spTgt spid="102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ChangeArrowheads="1"/>
          </p:cNvSpPr>
          <p:nvPr/>
        </p:nvSpPr>
        <p:spPr bwMode="auto">
          <a:xfrm>
            <a:off x="200025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2532" name="Text Box 4"/>
          <p:cNvSpPr txBox="1">
            <a:spLocks noChangeArrowheads="1"/>
          </p:cNvSpPr>
          <p:nvPr/>
        </p:nvSpPr>
        <p:spPr bwMode="auto">
          <a:xfrm>
            <a:off x="381000" y="1981200"/>
            <a:ext cx="85344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a:spcBef>
                <a:spcPct val="50000"/>
              </a:spcBef>
            </a:pPr>
            <a:r>
              <a:rPr lang="en-US" altLang="en-US" sz="3200" u="sng" dirty="0" err="1">
                <a:latin typeface="+mn-lt"/>
                <a:cs typeface="Times New Roman" pitchFamily="18" charset="0"/>
              </a:rPr>
              <a:t>RuntimeException</a:t>
            </a:r>
            <a:r>
              <a:rPr lang="en-US" altLang="en-US" sz="3200" dirty="0">
                <a:latin typeface="+mn-lt"/>
                <a:cs typeface="Times New Roman" pitchFamily="18" charset="0"/>
              </a:rPr>
              <a:t>, </a:t>
            </a:r>
            <a:r>
              <a:rPr lang="en-US" altLang="en-US" sz="3200" u="sng" dirty="0">
                <a:latin typeface="+mn-lt"/>
                <a:cs typeface="Times New Roman" pitchFamily="18" charset="0"/>
              </a:rPr>
              <a:t>Error</a:t>
            </a:r>
            <a:r>
              <a:rPr lang="en-US" altLang="en-US" sz="3200" dirty="0">
                <a:latin typeface="+mn-lt"/>
                <a:cs typeface="Times New Roman" pitchFamily="18" charset="0"/>
              </a:rPr>
              <a:t> and their subclasses are known as </a:t>
            </a:r>
            <a:r>
              <a:rPr lang="en-US" altLang="en-US" sz="3200" i="1" dirty="0">
                <a:latin typeface="+mn-lt"/>
                <a:cs typeface="Times New Roman" pitchFamily="18" charset="0"/>
              </a:rPr>
              <a:t>unchecked</a:t>
            </a:r>
            <a:r>
              <a:rPr lang="en-US" altLang="en-US" sz="3200" dirty="0">
                <a:latin typeface="+mn-lt"/>
                <a:cs typeface="Times New Roman" pitchFamily="18" charset="0"/>
              </a:rPr>
              <a:t> </a:t>
            </a:r>
            <a:r>
              <a:rPr lang="en-US" altLang="en-US" sz="3200" i="1" dirty="0">
                <a:latin typeface="+mn-lt"/>
                <a:cs typeface="Times New Roman" pitchFamily="18" charset="0"/>
              </a:rPr>
              <a:t>exceptions</a:t>
            </a:r>
            <a:r>
              <a:rPr lang="en-US" altLang="en-US" sz="3200" dirty="0">
                <a:latin typeface="+mn-lt"/>
                <a:cs typeface="Times New Roman" pitchFamily="18" charset="0"/>
              </a:rPr>
              <a:t>. All other exceptions are known as </a:t>
            </a:r>
            <a:r>
              <a:rPr lang="en-US" altLang="en-US" sz="3200" i="1" dirty="0">
                <a:latin typeface="+mn-lt"/>
                <a:cs typeface="Times New Roman" pitchFamily="18" charset="0"/>
              </a:rPr>
              <a:t>checked exceptions</a:t>
            </a:r>
            <a:r>
              <a:rPr lang="en-US" altLang="en-US" sz="3200" dirty="0">
                <a:latin typeface="+mn-lt"/>
                <a:cs typeface="Times New Roman" pitchFamily="18" charset="0"/>
              </a:rPr>
              <a:t>, meaning that the compiler forces the programmer to check and deal with the exceptions. </a:t>
            </a:r>
          </a:p>
        </p:txBody>
      </p:sp>
      <p:sp>
        <p:nvSpPr>
          <p:cNvPr id="5" name="Rectangle 4"/>
          <p:cNvSpPr/>
          <p:nvPr/>
        </p:nvSpPr>
        <p:spPr>
          <a:xfrm>
            <a:off x="-87086" y="32657"/>
            <a:ext cx="8036877" cy="1208314"/>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3200" dirty="0">
                <a:latin typeface="+mj-lt"/>
                <a:cs typeface="Trebuchet MS" pitchFamily="34" charset="0"/>
              </a:rPr>
              <a:t>Checked Exceptions vs. Unchecked Exceptions</a:t>
            </a:r>
            <a:endParaRPr lang="en-US" altLang="en-US" sz="3200" b="1" dirty="0">
              <a:latin typeface="+mj-lt"/>
              <a:cs typeface="Trebuchet MS" pitchFamily="34" charset="0"/>
            </a:endParaRPr>
          </a:p>
          <a:p>
            <a:pPr algn="ctr">
              <a:defRPr/>
            </a:pPr>
            <a:endParaRPr lang="en-US" sz="3200" b="1" dirty="0">
              <a:ln>
                <a:solidFill>
                  <a:schemeClr val="accent1">
                    <a:lumMod val="60000"/>
                    <a:lumOff val="40000"/>
                  </a:schemeClr>
                </a:solidFill>
              </a:ln>
              <a:solidFill>
                <a:srgbClr val="9900CC"/>
              </a:solidFill>
              <a:latin typeface="+mj-lt"/>
              <a:cs typeface="Times New Roman" panose="02020603050405020304" pitchFamily="18" charset="0"/>
            </a:endParaRPr>
          </a:p>
        </p:txBody>
      </p:sp>
      <p:pic>
        <p:nvPicPr>
          <p:cNvPr id="6"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33D6E5A2-EC83-451F-A719-9AC1370DD5CF}" type="slidenum">
              <a:rPr lang="en-US" smtClean="0"/>
              <a:pPr/>
              <a:t>40</a:t>
            </a:fld>
            <a:endParaRPr lang="en-US" dirty="0"/>
          </a:p>
        </p:txBody>
      </p:sp>
    </p:spTree>
    <p:extLst>
      <p:ext uri="{BB962C8B-B14F-4D97-AF65-F5344CB8AC3E}">
        <p14:creationId xmlns:p14="http://schemas.microsoft.com/office/powerpoint/2010/main" val="580758922"/>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579" name="Object 3"/>
          <p:cNvGraphicFramePr>
            <a:graphicFrameLocks noChangeAspect="1"/>
          </p:cNvGraphicFramePr>
          <p:nvPr>
            <p:extLst>
              <p:ext uri="{D42A27DB-BD31-4B8C-83A1-F6EECF244321}">
                <p14:modId xmlns:p14="http://schemas.microsoft.com/office/powerpoint/2010/main" val="2106774328"/>
              </p:ext>
            </p:extLst>
          </p:nvPr>
        </p:nvGraphicFramePr>
        <p:xfrm>
          <a:off x="381000" y="990600"/>
          <a:ext cx="8443913" cy="5110163"/>
        </p:xfrm>
        <a:graphic>
          <a:graphicData uri="http://schemas.openxmlformats.org/presentationml/2006/ole">
            <mc:AlternateContent xmlns:mc="http://schemas.openxmlformats.org/markup-compatibility/2006">
              <mc:Choice xmlns:v="urn:schemas-microsoft-com:vml" Requires="v">
                <p:oleObj spid="_x0000_s7192" name="Picture" r:id="rId3" imgW="8081772" imgH="3653028" progId="Word.Picture.8">
                  <p:embed/>
                </p:oleObj>
              </mc:Choice>
              <mc:Fallback>
                <p:oleObj name="Picture" r:id="rId3" imgW="8081772" imgH="3653028"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1051" t="2000" r="31065" b="4500"/>
                      <a:stretch>
                        <a:fillRect/>
                      </a:stretch>
                    </p:blipFill>
                    <p:spPr bwMode="auto">
                      <a:xfrm>
                        <a:off x="381000" y="990600"/>
                        <a:ext cx="8443913" cy="5110163"/>
                      </a:xfrm>
                      <a:prstGeom prst="rect">
                        <a:avLst/>
                      </a:prstGeom>
                      <a:solidFill>
                        <a:srgbClr val="0070C0"/>
                      </a:solidFill>
                      <a:ln>
                        <a:noFill/>
                      </a:ln>
                    </p:spPr>
                  </p:pic>
                </p:oleObj>
              </mc:Fallback>
            </mc:AlternateContent>
          </a:graphicData>
        </a:graphic>
      </p:graphicFrame>
      <p:sp>
        <p:nvSpPr>
          <p:cNvPr id="24580" name="Line 4"/>
          <p:cNvSpPr>
            <a:spLocks noChangeShapeType="1"/>
          </p:cNvSpPr>
          <p:nvPr/>
        </p:nvSpPr>
        <p:spPr bwMode="auto">
          <a:xfrm>
            <a:off x="5867400" y="1752600"/>
            <a:ext cx="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1" name="Line 5"/>
          <p:cNvSpPr>
            <a:spLocks noChangeShapeType="1"/>
          </p:cNvSpPr>
          <p:nvPr/>
        </p:nvSpPr>
        <p:spPr bwMode="auto">
          <a:xfrm>
            <a:off x="5867400" y="1752600"/>
            <a:ext cx="2514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2" name="Line 7"/>
          <p:cNvSpPr>
            <a:spLocks noChangeShapeType="1"/>
          </p:cNvSpPr>
          <p:nvPr/>
        </p:nvSpPr>
        <p:spPr bwMode="auto">
          <a:xfrm>
            <a:off x="5867400" y="4495800"/>
            <a:ext cx="2514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3" name="Line 8"/>
          <p:cNvSpPr>
            <a:spLocks noChangeShapeType="1"/>
          </p:cNvSpPr>
          <p:nvPr/>
        </p:nvSpPr>
        <p:spPr bwMode="auto">
          <a:xfrm flipH="1" flipV="1">
            <a:off x="6096000" y="4343400"/>
            <a:ext cx="0" cy="457200"/>
          </a:xfrm>
          <a:prstGeom prst="line">
            <a:avLst/>
          </a:prstGeom>
          <a:noFill/>
          <a:ln w="12700">
            <a:solidFill>
              <a:schemeClr val="tx1"/>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4" name="Line 10"/>
          <p:cNvSpPr>
            <a:spLocks noChangeShapeType="1"/>
          </p:cNvSpPr>
          <p:nvPr/>
        </p:nvSpPr>
        <p:spPr bwMode="auto">
          <a:xfrm>
            <a:off x="3352800" y="2667000"/>
            <a:ext cx="2514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5" name="Line 11"/>
          <p:cNvSpPr>
            <a:spLocks noChangeShapeType="1"/>
          </p:cNvSpPr>
          <p:nvPr/>
        </p:nvSpPr>
        <p:spPr bwMode="auto">
          <a:xfrm>
            <a:off x="3352800" y="3276600"/>
            <a:ext cx="2514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6" name="Line 12"/>
          <p:cNvSpPr>
            <a:spLocks noChangeShapeType="1"/>
          </p:cNvSpPr>
          <p:nvPr/>
        </p:nvSpPr>
        <p:spPr bwMode="auto">
          <a:xfrm>
            <a:off x="5867400" y="3276600"/>
            <a:ext cx="0" cy="1219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7" name="Line 13"/>
          <p:cNvSpPr>
            <a:spLocks noChangeShapeType="1"/>
          </p:cNvSpPr>
          <p:nvPr/>
        </p:nvSpPr>
        <p:spPr bwMode="auto">
          <a:xfrm>
            <a:off x="3352800" y="2667000"/>
            <a:ext cx="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8" name="Line 15"/>
          <p:cNvSpPr>
            <a:spLocks noChangeShapeType="1"/>
          </p:cNvSpPr>
          <p:nvPr/>
        </p:nvSpPr>
        <p:spPr bwMode="auto">
          <a:xfrm flipH="1" flipV="1">
            <a:off x="5562600" y="4953000"/>
            <a:ext cx="304800" cy="0"/>
          </a:xfrm>
          <a:prstGeom prst="line">
            <a:avLst/>
          </a:prstGeom>
          <a:noFill/>
          <a:ln w="12700">
            <a:solidFill>
              <a:schemeClr val="tx1"/>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9808" name="Text Box 16"/>
          <p:cNvSpPr txBox="1">
            <a:spLocks noChangeArrowheads="1"/>
          </p:cNvSpPr>
          <p:nvPr/>
        </p:nvSpPr>
        <p:spPr bwMode="auto">
          <a:xfrm>
            <a:off x="6705600" y="4876800"/>
            <a:ext cx="1676400" cy="517525"/>
          </a:xfrm>
          <a:prstGeom prst="rect">
            <a:avLst/>
          </a:prstGeom>
          <a:solidFill>
            <a:schemeClr val="tx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1400">
                <a:solidFill>
                  <a:schemeClr val="bg2"/>
                </a:solidFill>
              </a:rPr>
              <a:t>Unchecked exception.</a:t>
            </a:r>
          </a:p>
        </p:txBody>
      </p:sp>
      <p:sp>
        <p:nvSpPr>
          <p:cNvPr id="289809" name="Rectangle 17"/>
          <p:cNvSpPr>
            <a:spLocks noChangeArrowheads="1"/>
          </p:cNvSpPr>
          <p:nvPr/>
        </p:nvSpPr>
        <p:spPr bwMode="auto">
          <a:xfrm>
            <a:off x="2971800" y="2819400"/>
            <a:ext cx="3276600" cy="533400"/>
          </a:xfrm>
          <a:prstGeom prst="rect">
            <a:avLst/>
          </a:prstGeom>
          <a:solidFill>
            <a:schemeClr val="accent1">
              <a:alpha val="18823"/>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89810" name="Rectangle 18"/>
          <p:cNvSpPr>
            <a:spLocks noChangeArrowheads="1"/>
          </p:cNvSpPr>
          <p:nvPr/>
        </p:nvSpPr>
        <p:spPr bwMode="auto">
          <a:xfrm>
            <a:off x="6248400" y="2057400"/>
            <a:ext cx="2514600" cy="2362200"/>
          </a:xfrm>
          <a:prstGeom prst="rect">
            <a:avLst/>
          </a:prstGeom>
          <a:solidFill>
            <a:schemeClr val="accent1">
              <a:alpha val="18823"/>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89811" name="Rectangle 19"/>
          <p:cNvSpPr>
            <a:spLocks noChangeArrowheads="1"/>
          </p:cNvSpPr>
          <p:nvPr/>
        </p:nvSpPr>
        <p:spPr bwMode="auto">
          <a:xfrm>
            <a:off x="2971800" y="3962400"/>
            <a:ext cx="3276600" cy="2057400"/>
          </a:xfrm>
          <a:prstGeom prst="rect">
            <a:avLst/>
          </a:prstGeom>
          <a:solidFill>
            <a:schemeClr val="accent1">
              <a:alpha val="18823"/>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 name="Slide Number Placeholder 1"/>
          <p:cNvSpPr>
            <a:spLocks noGrp="1"/>
          </p:cNvSpPr>
          <p:nvPr>
            <p:ph type="sldNum" sz="quarter" idx="12"/>
          </p:nvPr>
        </p:nvSpPr>
        <p:spPr/>
        <p:txBody>
          <a:bodyPr/>
          <a:lstStyle/>
          <a:p>
            <a:fld id="{33D6E5A2-EC83-451F-A719-9AC1370DD5CF}" type="slidenum">
              <a:rPr lang="en-US" smtClean="0"/>
              <a:pPr/>
              <a:t>41</a:t>
            </a:fld>
            <a:endParaRPr lang="en-US" dirty="0"/>
          </a:p>
        </p:txBody>
      </p:sp>
      <p:sp>
        <p:nvSpPr>
          <p:cNvPr id="18" name="Rectangle 17"/>
          <p:cNvSpPr/>
          <p:nvPr/>
        </p:nvSpPr>
        <p:spPr>
          <a:xfrm>
            <a:off x="-76200"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3200" dirty="0">
                <a:ea typeface="+mj-ea"/>
              </a:rPr>
              <a:t>Checked or Unchecked Exceptions</a:t>
            </a:r>
            <a:endParaRPr lang="en-US" altLang="en-US" sz="3200" b="1" dirty="0">
              <a:ea typeface="+mj-ea"/>
            </a:endParaRPr>
          </a:p>
          <a:p>
            <a:pPr algn="ctr">
              <a:defRPr/>
            </a:pP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19" name="Picture 2"/>
          <p:cNvPicPr>
            <a:picLocks noChangeAspect="1" noChangeArrowheads="1"/>
          </p:cNvPicPr>
          <p:nvPr/>
        </p:nvPicPr>
        <p:blipFill>
          <a:blip r:embed="rId5"/>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117690252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89808"/>
                                        </p:tgtEl>
                                        <p:attrNameLst>
                                          <p:attrName>style.visibility</p:attrName>
                                        </p:attrNameLst>
                                      </p:cBhvr>
                                      <p:to>
                                        <p:strVal val="visible"/>
                                      </p:to>
                                    </p:set>
                                    <p:anim calcmode="lin" valueType="num">
                                      <p:cBhvr additive="base">
                                        <p:cTn id="7" dur="500" fill="hold"/>
                                        <p:tgtEl>
                                          <p:spTgt spid="289808"/>
                                        </p:tgtEl>
                                        <p:attrNameLst>
                                          <p:attrName>ppt_x</p:attrName>
                                        </p:attrNameLst>
                                      </p:cBhvr>
                                      <p:tavLst>
                                        <p:tav tm="0">
                                          <p:val>
                                            <p:strVal val="0-#ppt_w/2"/>
                                          </p:val>
                                        </p:tav>
                                        <p:tav tm="100000">
                                          <p:val>
                                            <p:strVal val="#ppt_x"/>
                                          </p:val>
                                        </p:tav>
                                      </p:tavLst>
                                    </p:anim>
                                    <p:anim calcmode="lin" valueType="num">
                                      <p:cBhvr additive="base">
                                        <p:cTn id="8" dur="500" fill="hold"/>
                                        <p:tgtEl>
                                          <p:spTgt spid="28980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89810"/>
                                        </p:tgtEl>
                                        <p:attrNameLst>
                                          <p:attrName>style.visibility</p:attrName>
                                        </p:attrNameLst>
                                      </p:cBhvr>
                                      <p:to>
                                        <p:strVal val="visible"/>
                                      </p:to>
                                    </p:set>
                                    <p:anim calcmode="lin" valueType="num">
                                      <p:cBhvr additive="base">
                                        <p:cTn id="11" dur="500" fill="hold"/>
                                        <p:tgtEl>
                                          <p:spTgt spid="289810"/>
                                        </p:tgtEl>
                                        <p:attrNameLst>
                                          <p:attrName>ppt_x</p:attrName>
                                        </p:attrNameLst>
                                      </p:cBhvr>
                                      <p:tavLst>
                                        <p:tav tm="0">
                                          <p:val>
                                            <p:strVal val="0-#ppt_w/2"/>
                                          </p:val>
                                        </p:tav>
                                        <p:tav tm="100000">
                                          <p:val>
                                            <p:strVal val="#ppt_x"/>
                                          </p:val>
                                        </p:tav>
                                      </p:tavLst>
                                    </p:anim>
                                    <p:anim calcmode="lin" valueType="num">
                                      <p:cBhvr additive="base">
                                        <p:cTn id="12" dur="500" fill="hold"/>
                                        <p:tgtEl>
                                          <p:spTgt spid="28981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89809"/>
                                        </p:tgtEl>
                                        <p:attrNameLst>
                                          <p:attrName>style.visibility</p:attrName>
                                        </p:attrNameLst>
                                      </p:cBhvr>
                                      <p:to>
                                        <p:strVal val="visible"/>
                                      </p:to>
                                    </p:set>
                                    <p:anim calcmode="lin" valueType="num">
                                      <p:cBhvr additive="base">
                                        <p:cTn id="15" dur="500" fill="hold"/>
                                        <p:tgtEl>
                                          <p:spTgt spid="289809"/>
                                        </p:tgtEl>
                                        <p:attrNameLst>
                                          <p:attrName>ppt_x</p:attrName>
                                        </p:attrNameLst>
                                      </p:cBhvr>
                                      <p:tavLst>
                                        <p:tav tm="0">
                                          <p:val>
                                            <p:strVal val="0-#ppt_w/2"/>
                                          </p:val>
                                        </p:tav>
                                        <p:tav tm="100000">
                                          <p:val>
                                            <p:strVal val="#ppt_x"/>
                                          </p:val>
                                        </p:tav>
                                      </p:tavLst>
                                    </p:anim>
                                    <p:anim calcmode="lin" valueType="num">
                                      <p:cBhvr additive="base">
                                        <p:cTn id="16" dur="500" fill="hold"/>
                                        <p:tgtEl>
                                          <p:spTgt spid="289809"/>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89811"/>
                                        </p:tgtEl>
                                        <p:attrNameLst>
                                          <p:attrName>style.visibility</p:attrName>
                                        </p:attrNameLst>
                                      </p:cBhvr>
                                      <p:to>
                                        <p:strVal val="visible"/>
                                      </p:to>
                                    </p:set>
                                    <p:anim calcmode="lin" valueType="num">
                                      <p:cBhvr additive="base">
                                        <p:cTn id="19" dur="500" fill="hold"/>
                                        <p:tgtEl>
                                          <p:spTgt spid="289811"/>
                                        </p:tgtEl>
                                        <p:attrNameLst>
                                          <p:attrName>ppt_x</p:attrName>
                                        </p:attrNameLst>
                                      </p:cBhvr>
                                      <p:tavLst>
                                        <p:tav tm="0">
                                          <p:val>
                                            <p:strVal val="0-#ppt_w/2"/>
                                          </p:val>
                                        </p:tav>
                                        <p:tav tm="100000">
                                          <p:val>
                                            <p:strVal val="#ppt_x"/>
                                          </p:val>
                                        </p:tav>
                                      </p:tavLst>
                                    </p:anim>
                                    <p:anim calcmode="lin" valueType="num">
                                      <p:cBhvr additive="base">
                                        <p:cTn id="20" dur="500" fill="hold"/>
                                        <p:tgtEl>
                                          <p:spTgt spid="2898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8">
                                            <p:txEl>
                                              <p:pRg st="0" end="0"/>
                                            </p:txEl>
                                          </p:spTgt>
                                        </p:tgtEl>
                                        <p:attrNameLst>
                                          <p:attrName>style.visibility</p:attrName>
                                        </p:attrNameLst>
                                      </p:cBhvr>
                                      <p:to>
                                        <p:strVal val="visible"/>
                                      </p:to>
                                    </p:set>
                                    <p:animEffect transition="in" filter="circle(in)">
                                      <p:cBhvr>
                                        <p:cTn id="25" dur="20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08" grpId="0" animBg="1"/>
      <p:bldP spid="289809" grpId="0" animBg="1"/>
      <p:bldP spid="289810" grpId="0" animBg="1"/>
      <p:bldP spid="2898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ChangeArrowheads="1"/>
          </p:cNvSpPr>
          <p:nvPr/>
        </p:nvSpPr>
        <p:spPr bwMode="auto">
          <a:xfrm>
            <a:off x="200025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25604" name="Object 4"/>
          <p:cNvGraphicFramePr>
            <a:graphicFrameLocks noChangeAspect="1"/>
          </p:cNvGraphicFramePr>
          <p:nvPr>
            <p:extLst>
              <p:ext uri="{D42A27DB-BD31-4B8C-83A1-F6EECF244321}">
                <p14:modId xmlns:p14="http://schemas.microsoft.com/office/powerpoint/2010/main" val="1093605716"/>
              </p:ext>
            </p:extLst>
          </p:nvPr>
        </p:nvGraphicFramePr>
        <p:xfrm>
          <a:off x="-158750" y="2514600"/>
          <a:ext cx="9150350" cy="2184529"/>
        </p:xfrm>
        <a:graphic>
          <a:graphicData uri="http://schemas.openxmlformats.org/presentationml/2006/ole">
            <mc:AlternateContent xmlns:mc="http://schemas.openxmlformats.org/markup-compatibility/2006">
              <mc:Choice xmlns:v="urn:schemas-microsoft-com:vml" Requires="v">
                <p:oleObj spid="_x0000_s8216" name="Picture" r:id="rId3" imgW="5108448" imgH="1219200" progId="Word.Picture.8">
                  <p:embed/>
                </p:oleObj>
              </mc:Choice>
              <mc:Fallback>
                <p:oleObj name="Picture" r:id="rId3" imgW="5108448" imgH="1219200"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50" y="2514600"/>
                        <a:ext cx="9150350" cy="2184529"/>
                      </a:xfrm>
                      <a:prstGeom prst="rect">
                        <a:avLst/>
                      </a:prstGeom>
                      <a:solidFill>
                        <a:srgbClr val="0070C0"/>
                      </a:solidFill>
                      <a:ln>
                        <a:noFill/>
                      </a:ln>
                    </p:spPr>
                  </p:pic>
                </p:oleObj>
              </mc:Fallback>
            </mc:AlternateContent>
          </a:graphicData>
        </a:graphic>
      </p:graphicFrame>
      <p:sp>
        <p:nvSpPr>
          <p:cNvPr id="2" name="Slide Number Placeholder 1"/>
          <p:cNvSpPr>
            <a:spLocks noGrp="1"/>
          </p:cNvSpPr>
          <p:nvPr>
            <p:ph type="sldNum" sz="quarter" idx="12"/>
          </p:nvPr>
        </p:nvSpPr>
        <p:spPr/>
        <p:txBody>
          <a:bodyPr/>
          <a:lstStyle/>
          <a:p>
            <a:fld id="{33D6E5A2-EC83-451F-A719-9AC1370DD5CF}" type="slidenum">
              <a:rPr lang="en-US" smtClean="0"/>
              <a:pPr/>
              <a:t>42</a:t>
            </a:fld>
            <a:endParaRPr lang="en-US" dirty="0"/>
          </a:p>
        </p:txBody>
      </p:sp>
      <p:sp>
        <p:nvSpPr>
          <p:cNvPr id="6" name="Rectangle 5"/>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3200" dirty="0">
                <a:cs typeface="Trebuchet MS" pitchFamily="34" charset="0"/>
              </a:rPr>
              <a:t>Declaring, Throwing, and Catching Exceptions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7" name="Picture 2"/>
          <p:cNvPicPr>
            <a:picLocks noChangeAspect="1" noChangeArrowheads="1"/>
          </p:cNvPicPr>
          <p:nvPr/>
        </p:nvPicPr>
        <p:blipFill>
          <a:blip r:embed="rId5"/>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990717187"/>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ircle(in)">
                                      <p:cBhvr>
                                        <p:cTn id="7"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685800" y="1371600"/>
            <a:ext cx="8077200" cy="4343400"/>
          </a:xfrm>
        </p:spPr>
        <p:txBody>
          <a:bodyPr/>
          <a:lstStyle/>
          <a:p>
            <a:pPr marL="0" indent="0">
              <a:spcBef>
                <a:spcPct val="0"/>
              </a:spcBef>
              <a:buFont typeface="Monotype Sorts" pitchFamily="2" charset="2"/>
              <a:buNone/>
            </a:pPr>
            <a:r>
              <a:rPr lang="en-US" altLang="en-US" dirty="0">
                <a:cs typeface="Times New Roman" pitchFamily="18" charset="0"/>
              </a:rPr>
              <a:t>Every method must state the types of checked exceptions it might throw. This is known as </a:t>
            </a:r>
            <a:r>
              <a:rPr lang="en-US" altLang="en-US" i="1" dirty="0">
                <a:cs typeface="Times New Roman" pitchFamily="18" charset="0"/>
              </a:rPr>
              <a:t>declaring exceptions</a:t>
            </a:r>
            <a:r>
              <a:rPr lang="en-US" altLang="en-US" dirty="0">
                <a:cs typeface="Times New Roman" pitchFamily="18" charset="0"/>
              </a:rPr>
              <a:t>. </a:t>
            </a:r>
          </a:p>
          <a:p>
            <a:pPr marL="0" indent="0">
              <a:spcBef>
                <a:spcPct val="0"/>
              </a:spcBef>
              <a:buFont typeface="Monotype Sorts" pitchFamily="2" charset="2"/>
              <a:buNone/>
            </a:pPr>
            <a:endParaRPr lang="en-US" altLang="en-US" dirty="0">
              <a:cs typeface="Times New Roman" pitchFamily="18" charset="0"/>
            </a:endParaRPr>
          </a:p>
          <a:p>
            <a:pPr marL="0" indent="0">
              <a:spcBef>
                <a:spcPct val="0"/>
              </a:spcBef>
              <a:buFont typeface="Monotype Sorts" pitchFamily="2" charset="2"/>
              <a:buNone/>
            </a:pPr>
            <a:r>
              <a:rPr lang="en-US" altLang="en-US" sz="3000" dirty="0"/>
              <a:t>public void </a:t>
            </a:r>
            <a:r>
              <a:rPr lang="en-US" altLang="en-US" sz="3000" dirty="0" err="1"/>
              <a:t>myMethod</a:t>
            </a:r>
            <a:r>
              <a:rPr lang="en-US" altLang="en-US" sz="3000" dirty="0"/>
              <a:t>()</a:t>
            </a:r>
          </a:p>
          <a:p>
            <a:pPr marL="0" indent="0">
              <a:spcBef>
                <a:spcPct val="0"/>
              </a:spcBef>
              <a:buFont typeface="Monotype Sorts" pitchFamily="2" charset="2"/>
              <a:buNone/>
            </a:pPr>
            <a:r>
              <a:rPr lang="en-US" altLang="en-US" sz="3000" dirty="0"/>
              <a:t>   throws </a:t>
            </a:r>
            <a:r>
              <a:rPr lang="en-US" altLang="en-US" sz="3000" dirty="0" err="1"/>
              <a:t>IOException</a:t>
            </a:r>
            <a:endParaRPr lang="en-US" altLang="en-US" sz="3000" dirty="0"/>
          </a:p>
          <a:p>
            <a:pPr marL="0" indent="0">
              <a:spcBef>
                <a:spcPct val="100000"/>
              </a:spcBef>
              <a:buFont typeface="Monotype Sorts" pitchFamily="2" charset="2"/>
              <a:buNone/>
            </a:pPr>
            <a:r>
              <a:rPr lang="en-US" altLang="en-US" sz="3000" dirty="0"/>
              <a:t>public void </a:t>
            </a:r>
            <a:r>
              <a:rPr lang="en-US" altLang="en-US" sz="3000" dirty="0" err="1"/>
              <a:t>myMethod</a:t>
            </a:r>
            <a:r>
              <a:rPr lang="en-US" altLang="en-US" sz="3000" dirty="0"/>
              <a:t>()</a:t>
            </a:r>
          </a:p>
          <a:p>
            <a:pPr marL="0" indent="0">
              <a:spcBef>
                <a:spcPct val="0"/>
              </a:spcBef>
              <a:buFont typeface="Monotype Sorts" pitchFamily="2" charset="2"/>
              <a:buNone/>
            </a:pPr>
            <a:r>
              <a:rPr lang="en-US" altLang="en-US" sz="3000" dirty="0"/>
              <a:t>   throws </a:t>
            </a:r>
            <a:r>
              <a:rPr lang="en-US" altLang="en-US" sz="3000" dirty="0" err="1"/>
              <a:t>IOException</a:t>
            </a:r>
            <a:r>
              <a:rPr lang="en-US" altLang="en-US" sz="3000" dirty="0"/>
              <a:t>, </a:t>
            </a:r>
            <a:r>
              <a:rPr lang="en-US" altLang="en-US" sz="3000" dirty="0" err="1"/>
              <a:t>OtherException</a:t>
            </a:r>
            <a:endParaRPr lang="en-US" altLang="en-US" sz="3000" dirty="0"/>
          </a:p>
        </p:txBody>
      </p:sp>
      <p:sp>
        <p:nvSpPr>
          <p:cNvPr id="2" name="Slide Number Placeholder 1"/>
          <p:cNvSpPr>
            <a:spLocks noGrp="1"/>
          </p:cNvSpPr>
          <p:nvPr>
            <p:ph type="sldNum" sz="quarter" idx="12"/>
          </p:nvPr>
        </p:nvSpPr>
        <p:spPr/>
        <p:txBody>
          <a:bodyPr/>
          <a:lstStyle/>
          <a:p>
            <a:fld id="{33D6E5A2-EC83-451F-A719-9AC1370DD5CF}" type="slidenum">
              <a:rPr lang="en-US" smtClean="0"/>
              <a:pPr/>
              <a:t>43</a:t>
            </a:fld>
            <a:endParaRPr lang="en-US" dirty="0"/>
          </a:p>
        </p:txBody>
      </p:sp>
      <p:pic>
        <p:nvPicPr>
          <p:cNvPr id="5"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
        <p:nvSpPr>
          <p:cNvPr id="8" name="Rectangle 7"/>
          <p:cNvSpPr/>
          <p:nvPr/>
        </p:nvSpPr>
        <p:spPr>
          <a:xfrm>
            <a:off x="-97971"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3200" dirty="0">
                <a:cs typeface="Trebuchet MS" pitchFamily="34" charset="0"/>
              </a:rPr>
              <a:t>Declaring Exceptions</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4666301"/>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ircle(in)">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 calcmode="lin" valueType="num">
                                      <p:cBhvr>
                                        <p:cTn id="12" dur="500" fill="hold"/>
                                        <p:tgtEl>
                                          <p:spTgt spid="26627">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26627">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2662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p:cTn id="19" dur="500" fill="hold"/>
                                        <p:tgtEl>
                                          <p:spTgt spid="26627">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26627">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26627">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6627">
                                            <p:txEl>
                                              <p:pRg st="3" end="3"/>
                                            </p:txEl>
                                          </p:spTgt>
                                        </p:tgtEl>
                                        <p:attrNameLst>
                                          <p:attrName>style.visibility</p:attrName>
                                        </p:attrNameLst>
                                      </p:cBhvr>
                                      <p:to>
                                        <p:strVal val="visible"/>
                                      </p:to>
                                    </p:set>
                                    <p:anim calcmode="lin" valueType="num">
                                      <p:cBhvr>
                                        <p:cTn id="26" dur="500" fill="hold"/>
                                        <p:tgtEl>
                                          <p:spTgt spid="26627">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26627">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2662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6627">
                                            <p:txEl>
                                              <p:pRg st="4" end="4"/>
                                            </p:txEl>
                                          </p:spTgt>
                                        </p:tgtEl>
                                        <p:attrNameLst>
                                          <p:attrName>style.visibility</p:attrName>
                                        </p:attrNameLst>
                                      </p:cBhvr>
                                      <p:to>
                                        <p:strVal val="visible"/>
                                      </p:to>
                                    </p:set>
                                    <p:anim calcmode="lin" valueType="num">
                                      <p:cBhvr>
                                        <p:cTn id="33" dur="500" fill="hold"/>
                                        <p:tgtEl>
                                          <p:spTgt spid="26627">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26627">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2662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26627">
                                            <p:txEl>
                                              <p:pRg st="5" end="5"/>
                                            </p:txEl>
                                          </p:spTgt>
                                        </p:tgtEl>
                                        <p:attrNameLst>
                                          <p:attrName>style.visibility</p:attrName>
                                        </p:attrNameLst>
                                      </p:cBhvr>
                                      <p:to>
                                        <p:strVal val="visible"/>
                                      </p:to>
                                    </p:set>
                                    <p:anim calcmode="lin" valueType="num">
                                      <p:cBhvr>
                                        <p:cTn id="40" dur="500" fill="hold"/>
                                        <p:tgtEl>
                                          <p:spTgt spid="26627">
                                            <p:txEl>
                                              <p:pRg st="5" end="5"/>
                                            </p:txEl>
                                          </p:spTgt>
                                        </p:tgtEl>
                                        <p:attrNameLst>
                                          <p:attrName>ppt_w</p:attrName>
                                        </p:attrNameLst>
                                      </p:cBhvr>
                                      <p:tavLst>
                                        <p:tav tm="0">
                                          <p:val>
                                            <p:fltVal val="0"/>
                                          </p:val>
                                        </p:tav>
                                        <p:tav tm="100000">
                                          <p:val>
                                            <p:strVal val="#ppt_w"/>
                                          </p:val>
                                        </p:tav>
                                      </p:tavLst>
                                    </p:anim>
                                    <p:anim calcmode="lin" valueType="num">
                                      <p:cBhvr>
                                        <p:cTn id="41" dur="500" fill="hold"/>
                                        <p:tgtEl>
                                          <p:spTgt spid="26627">
                                            <p:txEl>
                                              <p:pRg st="5" end="5"/>
                                            </p:txEl>
                                          </p:spTgt>
                                        </p:tgtEl>
                                        <p:attrNameLst>
                                          <p:attrName>ppt_h</p:attrName>
                                        </p:attrNameLst>
                                      </p:cBhvr>
                                      <p:tavLst>
                                        <p:tav tm="0">
                                          <p:val>
                                            <p:fltVal val="0"/>
                                          </p:val>
                                        </p:tav>
                                        <p:tav tm="100000">
                                          <p:val>
                                            <p:strVal val="#ppt_h"/>
                                          </p:val>
                                        </p:tav>
                                      </p:tavLst>
                                    </p:anim>
                                    <p:animEffect transition="in" filter="fade">
                                      <p:cBhvr>
                                        <p:cTn id="42" dur="500"/>
                                        <p:tgtEl>
                                          <p:spTgt spid="266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0"/>
            <a:ext cx="7924800" cy="1066800"/>
          </a:xfrm>
          <a:solidFill>
            <a:srgbClr val="00B0F0"/>
          </a:solidFill>
        </p:spPr>
        <p:txBody>
          <a:bodyPr/>
          <a:lstStyle/>
          <a:p>
            <a:r>
              <a:rPr lang="en-US" altLang="en-US" dirty="0">
                <a:solidFill>
                  <a:schemeClr val="bg1"/>
                </a:solidFill>
                <a:cs typeface="Trebuchet MS" pitchFamily="34" charset="0"/>
              </a:rPr>
              <a:t>Throwing Exceptions Example</a:t>
            </a:r>
          </a:p>
        </p:txBody>
      </p:sp>
      <p:sp>
        <p:nvSpPr>
          <p:cNvPr id="152579" name="Rectangle 3"/>
          <p:cNvSpPr>
            <a:spLocks noGrp="1" noChangeArrowheads="1"/>
          </p:cNvSpPr>
          <p:nvPr>
            <p:ph idx="1"/>
          </p:nvPr>
        </p:nvSpPr>
        <p:spPr>
          <a:xfrm>
            <a:off x="609600" y="1447800"/>
            <a:ext cx="8305800" cy="4495800"/>
          </a:xfrm>
          <a:solidFill>
            <a:srgbClr val="0070C0"/>
          </a:solidFill>
        </p:spPr>
        <p:txBody>
          <a:bodyPr rtlCol="0">
            <a:normAutofit/>
          </a:bodyPr>
          <a:lstStyle/>
          <a:p>
            <a:pPr fontAlgn="auto">
              <a:spcBef>
                <a:spcPct val="0"/>
              </a:spcBef>
              <a:buFont typeface="Monotype Sorts" pitchFamily="2" charset="2"/>
              <a:buNone/>
              <a:defRPr/>
            </a:pPr>
            <a:r>
              <a:rPr lang="en-US" altLang="en-US" dirty="0">
                <a:solidFill>
                  <a:schemeClr val="bg2"/>
                </a:solidFill>
                <a:latin typeface="Courier" pitchFamily="49" charset="0"/>
                <a:cs typeface="Times New Roman" pitchFamily="18" charset="0"/>
              </a:rPr>
              <a:t> </a:t>
            </a:r>
            <a:r>
              <a:rPr lang="en-US" altLang="en-US" sz="2400" dirty="0">
                <a:solidFill>
                  <a:schemeClr val="bg2"/>
                </a:solidFill>
                <a:latin typeface="Courier New" pitchFamily="49" charset="0"/>
                <a:cs typeface="Times New Roman" pitchFamily="18" charset="0"/>
              </a:rPr>
              <a:t>/** Set a new radius */</a:t>
            </a:r>
          </a:p>
          <a:p>
            <a:pPr fontAlgn="auto">
              <a:spcBef>
                <a:spcPct val="0"/>
              </a:spcBef>
              <a:buFont typeface="Monotype Sorts" pitchFamily="2" charset="2"/>
              <a:buNone/>
              <a:defRPr/>
            </a:pPr>
            <a:r>
              <a:rPr lang="en-US" altLang="en-US" sz="2400" dirty="0">
                <a:solidFill>
                  <a:schemeClr val="bg2"/>
                </a:solidFill>
                <a:latin typeface="Courier New" pitchFamily="49" charset="0"/>
                <a:cs typeface="Times New Roman" pitchFamily="18" charset="0"/>
              </a:rPr>
              <a:t>  public void </a:t>
            </a:r>
            <a:r>
              <a:rPr lang="en-US" altLang="en-US" sz="2400" dirty="0" err="1">
                <a:solidFill>
                  <a:schemeClr val="bg2"/>
                </a:solidFill>
                <a:latin typeface="Courier New" pitchFamily="49" charset="0"/>
                <a:cs typeface="Times New Roman" pitchFamily="18" charset="0"/>
              </a:rPr>
              <a:t>setRadius</a:t>
            </a:r>
            <a:r>
              <a:rPr lang="en-US" altLang="en-US" sz="2400" dirty="0">
                <a:solidFill>
                  <a:schemeClr val="bg2"/>
                </a:solidFill>
                <a:latin typeface="Courier New" pitchFamily="49" charset="0"/>
                <a:cs typeface="Times New Roman" pitchFamily="18" charset="0"/>
              </a:rPr>
              <a:t>(double </a:t>
            </a:r>
            <a:r>
              <a:rPr lang="en-US" altLang="en-US" sz="2400" dirty="0" err="1">
                <a:solidFill>
                  <a:schemeClr val="bg2"/>
                </a:solidFill>
                <a:latin typeface="Courier New" pitchFamily="49" charset="0"/>
                <a:cs typeface="Times New Roman" pitchFamily="18" charset="0"/>
              </a:rPr>
              <a:t>newRadius</a:t>
            </a:r>
            <a:r>
              <a:rPr lang="en-US" altLang="en-US" sz="2400" dirty="0">
                <a:solidFill>
                  <a:schemeClr val="bg2"/>
                </a:solidFill>
                <a:latin typeface="Courier New" pitchFamily="49" charset="0"/>
                <a:cs typeface="Times New Roman" pitchFamily="18" charset="0"/>
              </a:rPr>
              <a:t>) </a:t>
            </a:r>
          </a:p>
          <a:p>
            <a:pPr fontAlgn="auto">
              <a:spcBef>
                <a:spcPct val="0"/>
              </a:spcBef>
              <a:buFont typeface="Monotype Sorts" pitchFamily="2" charset="2"/>
              <a:buNone/>
              <a:defRPr/>
            </a:pPr>
            <a:r>
              <a:rPr lang="en-US" altLang="en-US" sz="2400" dirty="0">
                <a:solidFill>
                  <a:schemeClr val="bg2"/>
                </a:solidFill>
                <a:latin typeface="Courier New" pitchFamily="49" charset="0"/>
                <a:cs typeface="Times New Roman" pitchFamily="18" charset="0"/>
              </a:rPr>
              <a:t>      </a:t>
            </a:r>
            <a:r>
              <a:rPr lang="en-US" altLang="en-US" sz="2400" dirty="0">
                <a:solidFill>
                  <a:srgbClr val="FF3300"/>
                </a:solidFill>
                <a:effectLst>
                  <a:outerShdw blurRad="38100" dist="38100" dir="2700000" algn="tl">
                    <a:srgbClr val="C0C0C0"/>
                  </a:outerShdw>
                </a:effectLst>
                <a:latin typeface="Courier New" pitchFamily="49" charset="0"/>
                <a:cs typeface="Times New Roman" pitchFamily="18" charset="0"/>
              </a:rPr>
              <a:t>throws </a:t>
            </a:r>
            <a:r>
              <a:rPr lang="en-US" altLang="en-US" sz="2400" dirty="0" err="1">
                <a:solidFill>
                  <a:srgbClr val="FF3300"/>
                </a:solidFill>
                <a:effectLst>
                  <a:outerShdw blurRad="38100" dist="38100" dir="2700000" algn="tl">
                    <a:srgbClr val="C0C0C0"/>
                  </a:outerShdw>
                </a:effectLst>
                <a:latin typeface="Courier New" pitchFamily="49" charset="0"/>
                <a:cs typeface="Times New Roman" pitchFamily="18" charset="0"/>
              </a:rPr>
              <a:t>IllegalArgumentException</a:t>
            </a:r>
            <a:r>
              <a:rPr lang="en-US" altLang="en-US" sz="2400" dirty="0">
                <a:solidFill>
                  <a:schemeClr val="bg2"/>
                </a:solidFill>
                <a:latin typeface="Courier New" pitchFamily="49" charset="0"/>
                <a:cs typeface="Times New Roman" pitchFamily="18" charset="0"/>
              </a:rPr>
              <a:t> {</a:t>
            </a:r>
          </a:p>
          <a:p>
            <a:pPr fontAlgn="auto">
              <a:spcBef>
                <a:spcPct val="0"/>
              </a:spcBef>
              <a:buFont typeface="Monotype Sorts" pitchFamily="2" charset="2"/>
              <a:buNone/>
              <a:defRPr/>
            </a:pPr>
            <a:r>
              <a:rPr lang="en-US" altLang="en-US" sz="2400" dirty="0">
                <a:solidFill>
                  <a:schemeClr val="bg2"/>
                </a:solidFill>
                <a:latin typeface="Courier New" pitchFamily="49" charset="0"/>
                <a:cs typeface="Times New Roman" pitchFamily="18" charset="0"/>
              </a:rPr>
              <a:t>    if (</a:t>
            </a:r>
            <a:r>
              <a:rPr lang="en-US" altLang="en-US" sz="2400" dirty="0" err="1">
                <a:solidFill>
                  <a:schemeClr val="bg2"/>
                </a:solidFill>
                <a:latin typeface="Courier New" pitchFamily="49" charset="0"/>
                <a:cs typeface="Times New Roman" pitchFamily="18" charset="0"/>
              </a:rPr>
              <a:t>newRadius</a:t>
            </a:r>
            <a:r>
              <a:rPr lang="en-US" altLang="en-US" sz="2400" dirty="0">
                <a:solidFill>
                  <a:schemeClr val="bg2"/>
                </a:solidFill>
                <a:latin typeface="Courier New" pitchFamily="49" charset="0"/>
                <a:cs typeface="Times New Roman" pitchFamily="18" charset="0"/>
              </a:rPr>
              <a:t> &gt;= 0)</a:t>
            </a:r>
          </a:p>
          <a:p>
            <a:pPr fontAlgn="auto">
              <a:spcBef>
                <a:spcPct val="0"/>
              </a:spcBef>
              <a:buFont typeface="Monotype Sorts" pitchFamily="2" charset="2"/>
              <a:buNone/>
              <a:defRPr/>
            </a:pPr>
            <a:r>
              <a:rPr lang="en-US" altLang="en-US" sz="2400" dirty="0">
                <a:solidFill>
                  <a:schemeClr val="bg2"/>
                </a:solidFill>
                <a:latin typeface="Courier New" pitchFamily="49" charset="0"/>
                <a:cs typeface="Times New Roman" pitchFamily="18" charset="0"/>
              </a:rPr>
              <a:t>      radius =  </a:t>
            </a:r>
            <a:r>
              <a:rPr lang="en-US" altLang="en-US" sz="2400" dirty="0" err="1">
                <a:solidFill>
                  <a:schemeClr val="bg2"/>
                </a:solidFill>
                <a:latin typeface="Courier New" pitchFamily="49" charset="0"/>
                <a:cs typeface="Times New Roman" pitchFamily="18" charset="0"/>
              </a:rPr>
              <a:t>newRadius</a:t>
            </a:r>
            <a:r>
              <a:rPr lang="en-US" altLang="en-US" sz="2400" dirty="0">
                <a:solidFill>
                  <a:schemeClr val="bg2"/>
                </a:solidFill>
                <a:latin typeface="Courier New" pitchFamily="49" charset="0"/>
                <a:cs typeface="Times New Roman" pitchFamily="18" charset="0"/>
              </a:rPr>
              <a:t>;</a:t>
            </a:r>
          </a:p>
          <a:p>
            <a:pPr fontAlgn="auto">
              <a:spcBef>
                <a:spcPct val="0"/>
              </a:spcBef>
              <a:buFont typeface="Monotype Sorts" pitchFamily="2" charset="2"/>
              <a:buNone/>
              <a:defRPr/>
            </a:pPr>
            <a:r>
              <a:rPr lang="en-US" altLang="en-US" sz="2400" dirty="0">
                <a:solidFill>
                  <a:schemeClr val="bg2"/>
                </a:solidFill>
                <a:latin typeface="Courier New" pitchFamily="49" charset="0"/>
                <a:cs typeface="Times New Roman" pitchFamily="18" charset="0"/>
              </a:rPr>
              <a:t>    else</a:t>
            </a:r>
          </a:p>
          <a:p>
            <a:pPr fontAlgn="auto">
              <a:spcBef>
                <a:spcPct val="0"/>
              </a:spcBef>
              <a:buFont typeface="Monotype Sorts" pitchFamily="2" charset="2"/>
              <a:buNone/>
              <a:defRPr/>
            </a:pPr>
            <a:r>
              <a:rPr lang="en-US" altLang="en-US" sz="2400" dirty="0">
                <a:solidFill>
                  <a:schemeClr val="bg2"/>
                </a:solidFill>
                <a:latin typeface="Courier New" pitchFamily="49" charset="0"/>
                <a:cs typeface="Times New Roman" pitchFamily="18" charset="0"/>
              </a:rPr>
              <a:t>      </a:t>
            </a:r>
            <a:r>
              <a:rPr lang="en-US" altLang="en-US" sz="2400" dirty="0">
                <a:solidFill>
                  <a:srgbClr val="FF3300"/>
                </a:solidFill>
                <a:latin typeface="Courier New" pitchFamily="49" charset="0"/>
                <a:cs typeface="Times New Roman" pitchFamily="18" charset="0"/>
              </a:rPr>
              <a:t>throw new </a:t>
            </a:r>
            <a:r>
              <a:rPr lang="en-US" altLang="en-US" sz="2400" dirty="0" err="1">
                <a:solidFill>
                  <a:srgbClr val="FF3300"/>
                </a:solidFill>
                <a:latin typeface="Courier New" pitchFamily="49" charset="0"/>
                <a:cs typeface="Times New Roman" pitchFamily="18" charset="0"/>
              </a:rPr>
              <a:t>IllegalArgumentException</a:t>
            </a:r>
            <a:r>
              <a:rPr lang="en-US" altLang="en-US" sz="2400" dirty="0">
                <a:solidFill>
                  <a:srgbClr val="FF3300"/>
                </a:solidFill>
                <a:latin typeface="Courier New" pitchFamily="49" charset="0"/>
                <a:cs typeface="Times New Roman" pitchFamily="18" charset="0"/>
              </a:rPr>
              <a:t>(</a:t>
            </a:r>
          </a:p>
          <a:p>
            <a:pPr fontAlgn="auto">
              <a:spcBef>
                <a:spcPct val="0"/>
              </a:spcBef>
              <a:buFont typeface="Monotype Sorts" pitchFamily="2" charset="2"/>
              <a:buNone/>
              <a:defRPr/>
            </a:pPr>
            <a:r>
              <a:rPr lang="en-US" altLang="en-US" sz="2400" dirty="0">
                <a:solidFill>
                  <a:srgbClr val="FF3300"/>
                </a:solidFill>
                <a:latin typeface="Courier New" pitchFamily="49" charset="0"/>
                <a:cs typeface="Times New Roman" pitchFamily="18" charset="0"/>
              </a:rPr>
              <a:t>        "Radius cannot be negative");</a:t>
            </a:r>
          </a:p>
          <a:p>
            <a:pPr fontAlgn="auto">
              <a:spcBef>
                <a:spcPct val="0"/>
              </a:spcBef>
              <a:buFont typeface="Monotype Sorts" pitchFamily="2" charset="2"/>
              <a:buNone/>
              <a:defRPr/>
            </a:pPr>
            <a:r>
              <a:rPr lang="en-US" altLang="en-US" sz="2400" dirty="0">
                <a:solidFill>
                  <a:schemeClr val="bg2"/>
                </a:solidFill>
                <a:latin typeface="Courier New" pitchFamily="49" charset="0"/>
                <a:cs typeface="Times New Roman" pitchFamily="18" charset="0"/>
              </a:rPr>
              <a:t>  }</a:t>
            </a:r>
          </a:p>
        </p:txBody>
      </p:sp>
      <p:sp>
        <p:nvSpPr>
          <p:cNvPr id="2" name="Slide Number Placeholder 1"/>
          <p:cNvSpPr>
            <a:spLocks noGrp="1"/>
          </p:cNvSpPr>
          <p:nvPr>
            <p:ph type="sldNum" sz="quarter" idx="12"/>
          </p:nvPr>
        </p:nvSpPr>
        <p:spPr/>
        <p:txBody>
          <a:bodyPr/>
          <a:lstStyle/>
          <a:p>
            <a:fld id="{33D6E5A2-EC83-451F-A719-9AC1370DD5CF}" type="slidenum">
              <a:rPr lang="en-US" smtClean="0"/>
              <a:pPr/>
              <a:t>44</a:t>
            </a:fld>
            <a:endParaRPr lang="en-US" dirty="0"/>
          </a:p>
        </p:txBody>
      </p:sp>
      <p:pic>
        <p:nvPicPr>
          <p:cNvPr id="5"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173167861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Effect transition="in" filter="wheel(1)">
                                      <p:cBhvr>
                                        <p:cTn id="7" dur="2000"/>
                                        <p:tgtEl>
                                          <p:spTgt spid="152579">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152579">
                                            <p:txEl>
                                              <p:pRg st="1" end="1"/>
                                            </p:txEl>
                                          </p:spTgt>
                                        </p:tgtEl>
                                        <p:attrNameLst>
                                          <p:attrName>style.visibility</p:attrName>
                                        </p:attrNameLst>
                                      </p:cBhvr>
                                      <p:to>
                                        <p:strVal val="visible"/>
                                      </p:to>
                                    </p:set>
                                    <p:animEffect transition="in" filter="wheel(1)">
                                      <p:cBhvr>
                                        <p:cTn id="10" dur="2000"/>
                                        <p:tgtEl>
                                          <p:spTgt spid="152579">
                                            <p:txEl>
                                              <p:pRg st="1" end="1"/>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152579">
                                            <p:txEl>
                                              <p:pRg st="2" end="2"/>
                                            </p:txEl>
                                          </p:spTgt>
                                        </p:tgtEl>
                                        <p:attrNameLst>
                                          <p:attrName>style.visibility</p:attrName>
                                        </p:attrNameLst>
                                      </p:cBhvr>
                                      <p:to>
                                        <p:strVal val="visible"/>
                                      </p:to>
                                    </p:set>
                                    <p:animEffect transition="in" filter="wheel(1)">
                                      <p:cBhvr>
                                        <p:cTn id="13" dur="2000"/>
                                        <p:tgtEl>
                                          <p:spTgt spid="152579">
                                            <p:txEl>
                                              <p:pRg st="2" end="2"/>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152579">
                                            <p:txEl>
                                              <p:pRg st="3" end="3"/>
                                            </p:txEl>
                                          </p:spTgt>
                                        </p:tgtEl>
                                        <p:attrNameLst>
                                          <p:attrName>style.visibility</p:attrName>
                                        </p:attrNameLst>
                                      </p:cBhvr>
                                      <p:to>
                                        <p:strVal val="visible"/>
                                      </p:to>
                                    </p:set>
                                    <p:animEffect transition="in" filter="wheel(1)">
                                      <p:cBhvr>
                                        <p:cTn id="16" dur="2000"/>
                                        <p:tgtEl>
                                          <p:spTgt spid="152579">
                                            <p:txEl>
                                              <p:pRg st="3" end="3"/>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152579">
                                            <p:txEl>
                                              <p:pRg st="4" end="4"/>
                                            </p:txEl>
                                          </p:spTgt>
                                        </p:tgtEl>
                                        <p:attrNameLst>
                                          <p:attrName>style.visibility</p:attrName>
                                        </p:attrNameLst>
                                      </p:cBhvr>
                                      <p:to>
                                        <p:strVal val="visible"/>
                                      </p:to>
                                    </p:set>
                                    <p:animEffect transition="in" filter="wheel(1)">
                                      <p:cBhvr>
                                        <p:cTn id="19" dur="2000"/>
                                        <p:tgtEl>
                                          <p:spTgt spid="152579">
                                            <p:txEl>
                                              <p:pRg st="4" end="4"/>
                                            </p:txEl>
                                          </p:spTgt>
                                        </p:tgtEl>
                                      </p:cBhvr>
                                    </p:animEffect>
                                  </p:childTnLst>
                                </p:cTn>
                              </p:par>
                              <p:par>
                                <p:cTn id="20" presetID="21" presetClass="entr" presetSubtype="1" fill="hold" nodeType="withEffect">
                                  <p:stCondLst>
                                    <p:cond delay="0"/>
                                  </p:stCondLst>
                                  <p:childTnLst>
                                    <p:set>
                                      <p:cBhvr>
                                        <p:cTn id="21" dur="1" fill="hold">
                                          <p:stCondLst>
                                            <p:cond delay="0"/>
                                          </p:stCondLst>
                                        </p:cTn>
                                        <p:tgtEl>
                                          <p:spTgt spid="152579">
                                            <p:txEl>
                                              <p:pRg st="5" end="5"/>
                                            </p:txEl>
                                          </p:spTgt>
                                        </p:tgtEl>
                                        <p:attrNameLst>
                                          <p:attrName>style.visibility</p:attrName>
                                        </p:attrNameLst>
                                      </p:cBhvr>
                                      <p:to>
                                        <p:strVal val="visible"/>
                                      </p:to>
                                    </p:set>
                                    <p:animEffect transition="in" filter="wheel(1)">
                                      <p:cBhvr>
                                        <p:cTn id="22" dur="2000"/>
                                        <p:tgtEl>
                                          <p:spTgt spid="152579">
                                            <p:txEl>
                                              <p:pRg st="5" end="5"/>
                                            </p:txEl>
                                          </p:spTgt>
                                        </p:tgtEl>
                                      </p:cBhvr>
                                    </p:animEffect>
                                  </p:childTnLst>
                                </p:cTn>
                              </p:par>
                              <p:par>
                                <p:cTn id="23" presetID="21" presetClass="entr" presetSubtype="1" fill="hold" nodeType="withEffect">
                                  <p:stCondLst>
                                    <p:cond delay="0"/>
                                  </p:stCondLst>
                                  <p:childTnLst>
                                    <p:set>
                                      <p:cBhvr>
                                        <p:cTn id="24" dur="1" fill="hold">
                                          <p:stCondLst>
                                            <p:cond delay="0"/>
                                          </p:stCondLst>
                                        </p:cTn>
                                        <p:tgtEl>
                                          <p:spTgt spid="152579">
                                            <p:txEl>
                                              <p:pRg st="6" end="6"/>
                                            </p:txEl>
                                          </p:spTgt>
                                        </p:tgtEl>
                                        <p:attrNameLst>
                                          <p:attrName>style.visibility</p:attrName>
                                        </p:attrNameLst>
                                      </p:cBhvr>
                                      <p:to>
                                        <p:strVal val="visible"/>
                                      </p:to>
                                    </p:set>
                                    <p:animEffect transition="in" filter="wheel(1)">
                                      <p:cBhvr>
                                        <p:cTn id="25" dur="2000"/>
                                        <p:tgtEl>
                                          <p:spTgt spid="152579">
                                            <p:txEl>
                                              <p:pRg st="6" end="6"/>
                                            </p:txEl>
                                          </p:spTgt>
                                        </p:tgtEl>
                                      </p:cBhvr>
                                    </p:animEffect>
                                  </p:childTnLst>
                                </p:cTn>
                              </p:par>
                              <p:par>
                                <p:cTn id="26" presetID="21" presetClass="entr" presetSubtype="1" fill="hold" nodeType="withEffect">
                                  <p:stCondLst>
                                    <p:cond delay="0"/>
                                  </p:stCondLst>
                                  <p:childTnLst>
                                    <p:set>
                                      <p:cBhvr>
                                        <p:cTn id="27" dur="1" fill="hold">
                                          <p:stCondLst>
                                            <p:cond delay="0"/>
                                          </p:stCondLst>
                                        </p:cTn>
                                        <p:tgtEl>
                                          <p:spTgt spid="152579">
                                            <p:txEl>
                                              <p:pRg st="7" end="7"/>
                                            </p:txEl>
                                          </p:spTgt>
                                        </p:tgtEl>
                                        <p:attrNameLst>
                                          <p:attrName>style.visibility</p:attrName>
                                        </p:attrNameLst>
                                      </p:cBhvr>
                                      <p:to>
                                        <p:strVal val="visible"/>
                                      </p:to>
                                    </p:set>
                                    <p:animEffect transition="in" filter="wheel(1)">
                                      <p:cBhvr>
                                        <p:cTn id="28" dur="2000"/>
                                        <p:tgtEl>
                                          <p:spTgt spid="152579">
                                            <p:txEl>
                                              <p:pRg st="7" end="7"/>
                                            </p:txEl>
                                          </p:spTgt>
                                        </p:tgtEl>
                                      </p:cBhvr>
                                    </p:animEffect>
                                  </p:childTnLst>
                                </p:cTn>
                              </p:par>
                              <p:par>
                                <p:cTn id="29" presetID="21" presetClass="entr" presetSubtype="1" fill="hold" nodeType="withEffect">
                                  <p:stCondLst>
                                    <p:cond delay="0"/>
                                  </p:stCondLst>
                                  <p:childTnLst>
                                    <p:set>
                                      <p:cBhvr>
                                        <p:cTn id="30" dur="1" fill="hold">
                                          <p:stCondLst>
                                            <p:cond delay="0"/>
                                          </p:stCondLst>
                                        </p:cTn>
                                        <p:tgtEl>
                                          <p:spTgt spid="152579">
                                            <p:txEl>
                                              <p:pRg st="8" end="8"/>
                                            </p:txEl>
                                          </p:spTgt>
                                        </p:tgtEl>
                                        <p:attrNameLst>
                                          <p:attrName>style.visibility</p:attrName>
                                        </p:attrNameLst>
                                      </p:cBhvr>
                                      <p:to>
                                        <p:strVal val="visible"/>
                                      </p:to>
                                    </p:set>
                                    <p:animEffect transition="in" filter="wheel(1)">
                                      <p:cBhvr>
                                        <p:cTn id="31" dur="2000"/>
                                        <p:tgtEl>
                                          <p:spTgt spid="15257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 y="0"/>
            <a:ext cx="7960677" cy="914400"/>
          </a:xfrm>
          <a:solidFill>
            <a:srgbClr val="00B0F0"/>
          </a:solidFill>
        </p:spPr>
        <p:txBody>
          <a:bodyPr/>
          <a:lstStyle/>
          <a:p>
            <a:pPr algn="ctr"/>
            <a:r>
              <a:rPr lang="en-US" altLang="en-US" dirty="0">
                <a:solidFill>
                  <a:schemeClr val="bg1"/>
                </a:solidFill>
                <a:cs typeface="Trebuchet MS" pitchFamily="34" charset="0"/>
              </a:rPr>
              <a:t>Catching Exceptions</a:t>
            </a:r>
            <a:endParaRPr lang="en-US" altLang="en-US" b="1" dirty="0">
              <a:solidFill>
                <a:schemeClr val="bg1"/>
              </a:solidFill>
              <a:cs typeface="Trebuchet MS" pitchFamily="34" charset="0"/>
            </a:endParaRPr>
          </a:p>
        </p:txBody>
      </p:sp>
      <p:sp>
        <p:nvSpPr>
          <p:cNvPr id="29699" name="Rectangle 3"/>
          <p:cNvSpPr>
            <a:spLocks noGrp="1" noChangeArrowheads="1"/>
          </p:cNvSpPr>
          <p:nvPr>
            <p:ph idx="1"/>
          </p:nvPr>
        </p:nvSpPr>
        <p:spPr>
          <a:xfrm>
            <a:off x="0" y="1143000"/>
            <a:ext cx="8610600" cy="5029200"/>
          </a:xfrm>
          <a:solidFill>
            <a:srgbClr val="0070C0"/>
          </a:solidFill>
        </p:spPr>
        <p:txBody>
          <a:bodyPr/>
          <a:lstStyle/>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try {</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  statements;  // Statements that may throw exceptions</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catch (Exception1 exVar1) {</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  handler for exception1;</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catch (Exception2 exVar2) { </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  handler for exception2;</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catch (</a:t>
            </a:r>
            <a:r>
              <a:rPr lang="en-US" altLang="en-US" sz="2000" dirty="0" err="1">
                <a:solidFill>
                  <a:schemeClr val="bg2"/>
                </a:solidFill>
                <a:latin typeface="Courier New" pitchFamily="49" charset="0"/>
                <a:cs typeface="Times New Roman" pitchFamily="18" charset="0"/>
              </a:rPr>
              <a:t>ExceptionN</a:t>
            </a:r>
            <a:r>
              <a:rPr lang="en-US" altLang="en-US" sz="2000" dirty="0">
                <a:solidFill>
                  <a:schemeClr val="bg2"/>
                </a:solidFill>
                <a:latin typeface="Courier New" pitchFamily="49" charset="0"/>
                <a:cs typeface="Times New Roman" pitchFamily="18" charset="0"/>
              </a:rPr>
              <a:t> exVar3) {</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  handler for </a:t>
            </a:r>
            <a:r>
              <a:rPr lang="en-US" altLang="en-US" sz="2000" dirty="0" err="1">
                <a:solidFill>
                  <a:schemeClr val="bg2"/>
                </a:solidFill>
                <a:latin typeface="Courier New" pitchFamily="49" charset="0"/>
                <a:cs typeface="Times New Roman" pitchFamily="18" charset="0"/>
              </a:rPr>
              <a:t>exceptionN</a:t>
            </a:r>
            <a:r>
              <a:rPr lang="en-US" altLang="en-US" sz="2000" dirty="0">
                <a:solidFill>
                  <a:schemeClr val="bg2"/>
                </a:solidFill>
                <a:latin typeface="Courier New" pitchFamily="49" charset="0"/>
                <a:cs typeface="Times New Roman" pitchFamily="18" charset="0"/>
              </a:rPr>
              <a:t>;</a:t>
            </a:r>
          </a:p>
          <a:p>
            <a:pPr algn="just">
              <a:lnSpc>
                <a:spcPct val="90000"/>
              </a:lnSpc>
              <a:spcBef>
                <a:spcPct val="0"/>
              </a:spcBef>
              <a:buFont typeface="Monotype Sorts" pitchFamily="2" charset="2"/>
              <a:buNone/>
            </a:pPr>
            <a:r>
              <a:rPr lang="en-US" altLang="en-US" sz="2000" dirty="0">
                <a:solidFill>
                  <a:schemeClr val="bg2"/>
                </a:solidFill>
                <a:latin typeface="Courier New" pitchFamily="49" charset="0"/>
                <a:cs typeface="Times New Roman" pitchFamily="18" charset="0"/>
              </a:rPr>
              <a:t>}</a:t>
            </a:r>
            <a:r>
              <a:rPr lang="en-US" altLang="en-US" sz="2400" dirty="0">
                <a:solidFill>
                  <a:schemeClr val="bg2"/>
                </a:solidFill>
                <a:latin typeface="Courier New" pitchFamily="49" charset="0"/>
              </a:rPr>
              <a:t> </a:t>
            </a:r>
          </a:p>
        </p:txBody>
      </p:sp>
      <p:sp>
        <p:nvSpPr>
          <p:cNvPr id="2" name="Slide Number Placeholder 1"/>
          <p:cNvSpPr>
            <a:spLocks noGrp="1"/>
          </p:cNvSpPr>
          <p:nvPr>
            <p:ph type="sldNum" sz="quarter" idx="12"/>
          </p:nvPr>
        </p:nvSpPr>
        <p:spPr/>
        <p:txBody>
          <a:bodyPr/>
          <a:lstStyle/>
          <a:p>
            <a:fld id="{33D6E5A2-EC83-451F-A719-9AC1370DD5CF}" type="slidenum">
              <a:rPr lang="en-US" smtClean="0"/>
              <a:pPr/>
              <a:t>45</a:t>
            </a:fld>
            <a:endParaRPr lang="en-US" dirty="0"/>
          </a:p>
        </p:txBody>
      </p:sp>
      <p:pic>
        <p:nvPicPr>
          <p:cNvPr id="5"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339125504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wipe(down)">
                                      <p:cBhvr>
                                        <p:cTn id="7" dur="500"/>
                                        <p:tgtEl>
                                          <p:spTgt spid="29699">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9699">
                                            <p:txEl>
                                              <p:pRg st="1" end="1"/>
                                            </p:txEl>
                                          </p:spTgt>
                                        </p:tgtEl>
                                        <p:attrNameLst>
                                          <p:attrName>style.visibility</p:attrName>
                                        </p:attrNameLst>
                                      </p:cBhvr>
                                      <p:to>
                                        <p:strVal val="visible"/>
                                      </p:to>
                                    </p:set>
                                    <p:animEffect transition="in" filter="wipe(down)">
                                      <p:cBhvr>
                                        <p:cTn id="10" dur="500"/>
                                        <p:tgtEl>
                                          <p:spTgt spid="29699">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9699">
                                            <p:txEl>
                                              <p:pRg st="2" end="2"/>
                                            </p:txEl>
                                          </p:spTgt>
                                        </p:tgtEl>
                                        <p:attrNameLst>
                                          <p:attrName>style.visibility</p:attrName>
                                        </p:attrNameLst>
                                      </p:cBhvr>
                                      <p:to>
                                        <p:strVal val="visible"/>
                                      </p:to>
                                    </p:set>
                                    <p:animEffect transition="in" filter="wipe(down)">
                                      <p:cBhvr>
                                        <p:cTn id="13" dur="500"/>
                                        <p:tgtEl>
                                          <p:spTgt spid="29699">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9699">
                                            <p:txEl>
                                              <p:pRg st="3" end="3"/>
                                            </p:txEl>
                                          </p:spTgt>
                                        </p:tgtEl>
                                        <p:attrNameLst>
                                          <p:attrName>style.visibility</p:attrName>
                                        </p:attrNameLst>
                                      </p:cBhvr>
                                      <p:to>
                                        <p:strVal val="visible"/>
                                      </p:to>
                                    </p:set>
                                    <p:animEffect transition="in" filter="wipe(down)">
                                      <p:cBhvr>
                                        <p:cTn id="16" dur="500"/>
                                        <p:tgtEl>
                                          <p:spTgt spid="29699">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9699">
                                            <p:txEl>
                                              <p:pRg st="4" end="4"/>
                                            </p:txEl>
                                          </p:spTgt>
                                        </p:tgtEl>
                                        <p:attrNameLst>
                                          <p:attrName>style.visibility</p:attrName>
                                        </p:attrNameLst>
                                      </p:cBhvr>
                                      <p:to>
                                        <p:strVal val="visible"/>
                                      </p:to>
                                    </p:set>
                                    <p:animEffect transition="in" filter="wipe(down)">
                                      <p:cBhvr>
                                        <p:cTn id="19" dur="500"/>
                                        <p:tgtEl>
                                          <p:spTgt spid="29699">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29699">
                                            <p:txEl>
                                              <p:pRg st="5" end="5"/>
                                            </p:txEl>
                                          </p:spTgt>
                                        </p:tgtEl>
                                        <p:attrNameLst>
                                          <p:attrName>style.visibility</p:attrName>
                                        </p:attrNameLst>
                                      </p:cBhvr>
                                      <p:to>
                                        <p:strVal val="visible"/>
                                      </p:to>
                                    </p:set>
                                    <p:animEffect transition="in" filter="wipe(down)">
                                      <p:cBhvr>
                                        <p:cTn id="22" dur="500"/>
                                        <p:tgtEl>
                                          <p:spTgt spid="29699">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29699">
                                            <p:txEl>
                                              <p:pRg st="6" end="6"/>
                                            </p:txEl>
                                          </p:spTgt>
                                        </p:tgtEl>
                                        <p:attrNameLst>
                                          <p:attrName>style.visibility</p:attrName>
                                        </p:attrNameLst>
                                      </p:cBhvr>
                                      <p:to>
                                        <p:strVal val="visible"/>
                                      </p:to>
                                    </p:set>
                                    <p:animEffect transition="in" filter="wipe(down)">
                                      <p:cBhvr>
                                        <p:cTn id="25" dur="500"/>
                                        <p:tgtEl>
                                          <p:spTgt spid="29699">
                                            <p:txEl>
                                              <p:pRg st="6" end="6"/>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29699">
                                            <p:txEl>
                                              <p:pRg st="7" end="7"/>
                                            </p:txEl>
                                          </p:spTgt>
                                        </p:tgtEl>
                                        <p:attrNameLst>
                                          <p:attrName>style.visibility</p:attrName>
                                        </p:attrNameLst>
                                      </p:cBhvr>
                                      <p:to>
                                        <p:strVal val="visible"/>
                                      </p:to>
                                    </p:set>
                                    <p:animEffect transition="in" filter="wipe(down)">
                                      <p:cBhvr>
                                        <p:cTn id="28" dur="500"/>
                                        <p:tgtEl>
                                          <p:spTgt spid="29699">
                                            <p:txEl>
                                              <p:pRg st="7" end="7"/>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29699">
                                            <p:txEl>
                                              <p:pRg st="8" end="8"/>
                                            </p:txEl>
                                          </p:spTgt>
                                        </p:tgtEl>
                                        <p:attrNameLst>
                                          <p:attrName>style.visibility</p:attrName>
                                        </p:attrNameLst>
                                      </p:cBhvr>
                                      <p:to>
                                        <p:strVal val="visible"/>
                                      </p:to>
                                    </p:set>
                                    <p:animEffect transition="in" filter="wipe(down)">
                                      <p:cBhvr>
                                        <p:cTn id="31" dur="500"/>
                                        <p:tgtEl>
                                          <p:spTgt spid="29699">
                                            <p:txEl>
                                              <p:pRg st="8" end="8"/>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29699">
                                            <p:txEl>
                                              <p:pRg st="9" end="9"/>
                                            </p:txEl>
                                          </p:spTgt>
                                        </p:tgtEl>
                                        <p:attrNameLst>
                                          <p:attrName>style.visibility</p:attrName>
                                        </p:attrNameLst>
                                      </p:cBhvr>
                                      <p:to>
                                        <p:strVal val="visible"/>
                                      </p:to>
                                    </p:set>
                                    <p:animEffect transition="in" filter="wipe(down)">
                                      <p:cBhvr>
                                        <p:cTn id="34" dur="500"/>
                                        <p:tgtEl>
                                          <p:spTgt spid="29699">
                                            <p:txEl>
                                              <p:pRg st="9" end="9"/>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29699">
                                            <p:txEl>
                                              <p:pRg st="10" end="10"/>
                                            </p:txEl>
                                          </p:spTgt>
                                        </p:tgtEl>
                                        <p:attrNameLst>
                                          <p:attrName>style.visibility</p:attrName>
                                        </p:attrNameLst>
                                      </p:cBhvr>
                                      <p:to>
                                        <p:strVal val="visible"/>
                                      </p:to>
                                    </p:set>
                                    <p:animEffect transition="in" filter="wipe(down)">
                                      <p:cBhvr>
                                        <p:cTn id="37" dur="500"/>
                                        <p:tgtEl>
                                          <p:spTgt spid="29699">
                                            <p:txEl>
                                              <p:pRg st="10" end="10"/>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29699">
                                            <p:txEl>
                                              <p:pRg st="11" end="11"/>
                                            </p:txEl>
                                          </p:spTgt>
                                        </p:tgtEl>
                                        <p:attrNameLst>
                                          <p:attrName>style.visibility</p:attrName>
                                        </p:attrNameLst>
                                      </p:cBhvr>
                                      <p:to>
                                        <p:strVal val="visible"/>
                                      </p:to>
                                    </p:set>
                                    <p:animEffect transition="in" filter="wipe(down)">
                                      <p:cBhvr>
                                        <p:cTn id="40" dur="500"/>
                                        <p:tgtEl>
                                          <p:spTgt spid="29699">
                                            <p:txEl>
                                              <p:pRg st="11" end="1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29699">
                                            <p:txEl>
                                              <p:pRg st="12" end="12"/>
                                            </p:txEl>
                                          </p:spTgt>
                                        </p:tgtEl>
                                        <p:attrNameLst>
                                          <p:attrName>style.visibility</p:attrName>
                                        </p:attrNameLst>
                                      </p:cBhvr>
                                      <p:to>
                                        <p:strVal val="visible"/>
                                      </p:to>
                                    </p:set>
                                    <p:animEffect transition="in" filter="wipe(down)">
                                      <p:cBhvr>
                                        <p:cTn id="43" dur="500"/>
                                        <p:tgtEl>
                                          <p:spTgt spid="2969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2657" y="-10886"/>
            <a:ext cx="7928020" cy="925286"/>
          </a:xfrm>
          <a:solidFill>
            <a:srgbClr val="00B0F0"/>
          </a:solidFill>
        </p:spPr>
        <p:txBody>
          <a:bodyPr/>
          <a:lstStyle/>
          <a:p>
            <a:pPr algn="ctr"/>
            <a:r>
              <a:rPr lang="en-US" altLang="en-US" dirty="0">
                <a:solidFill>
                  <a:schemeClr val="bg1"/>
                </a:solidFill>
                <a:cs typeface="Trebuchet MS" pitchFamily="34" charset="0"/>
              </a:rPr>
              <a:t>Catching Exceptions</a:t>
            </a:r>
            <a:endParaRPr lang="en-US" altLang="en-US" b="1" dirty="0">
              <a:solidFill>
                <a:schemeClr val="bg1"/>
              </a:solidFill>
              <a:cs typeface="Trebuchet MS" pitchFamily="34" charset="0"/>
            </a:endParaRPr>
          </a:p>
        </p:txBody>
      </p:sp>
      <p:sp>
        <p:nvSpPr>
          <p:cNvPr id="30723" name="Rectangle 7"/>
          <p:cNvSpPr>
            <a:spLocks noChangeArrowheads="1"/>
          </p:cNvSpPr>
          <p:nvPr/>
        </p:nvSpPr>
        <p:spPr bwMode="auto">
          <a:xfrm>
            <a:off x="205740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0724" name="Rectangle 9"/>
          <p:cNvSpPr>
            <a:spLocks noChangeArrowheads="1"/>
          </p:cNvSpPr>
          <p:nvPr/>
        </p:nvSpPr>
        <p:spPr bwMode="auto">
          <a:xfrm>
            <a:off x="188595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30725" name="Object 8"/>
          <p:cNvGraphicFramePr>
            <a:graphicFrameLocks noChangeAspect="1"/>
          </p:cNvGraphicFramePr>
          <p:nvPr>
            <p:extLst>
              <p:ext uri="{D42A27DB-BD31-4B8C-83A1-F6EECF244321}">
                <p14:modId xmlns:p14="http://schemas.microsoft.com/office/powerpoint/2010/main" val="3826293372"/>
              </p:ext>
            </p:extLst>
          </p:nvPr>
        </p:nvGraphicFramePr>
        <p:xfrm>
          <a:off x="0" y="1295400"/>
          <a:ext cx="9144000" cy="2335213"/>
        </p:xfrm>
        <a:graphic>
          <a:graphicData uri="http://schemas.openxmlformats.org/presentationml/2006/ole">
            <mc:AlternateContent xmlns:mc="http://schemas.openxmlformats.org/markup-compatibility/2006">
              <mc:Choice xmlns:v="urn:schemas-microsoft-com:vml" Requires="v">
                <p:oleObj spid="_x0000_s9240" r:id="rId3" imgW="5372100" imgH="1371600" progId="Word.Picture.8">
                  <p:embed/>
                </p:oleObj>
              </mc:Choice>
              <mc:Fallback>
                <p:oleObj r:id="rId3" imgW="5372100" imgH="1371600"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5400"/>
                        <a:ext cx="9144000" cy="2335213"/>
                      </a:xfrm>
                      <a:prstGeom prst="rect">
                        <a:avLst/>
                      </a:prstGeom>
                      <a:solidFill>
                        <a:srgbClr val="0070C0"/>
                      </a:solidFill>
                      <a:ln>
                        <a:noFill/>
                      </a:ln>
                    </p:spPr>
                  </p:pic>
                </p:oleObj>
              </mc:Fallback>
            </mc:AlternateContent>
          </a:graphicData>
        </a:graphic>
      </p:graphicFrame>
      <p:sp>
        <p:nvSpPr>
          <p:cNvPr id="2" name="Slide Number Placeholder 1"/>
          <p:cNvSpPr>
            <a:spLocks noGrp="1"/>
          </p:cNvSpPr>
          <p:nvPr>
            <p:ph type="sldNum" sz="quarter" idx="12"/>
          </p:nvPr>
        </p:nvSpPr>
        <p:spPr/>
        <p:txBody>
          <a:bodyPr/>
          <a:lstStyle/>
          <a:p>
            <a:fld id="{33D6E5A2-EC83-451F-A719-9AC1370DD5CF}" type="slidenum">
              <a:rPr lang="en-US" smtClean="0"/>
              <a:pPr/>
              <a:t>46</a:t>
            </a:fld>
            <a:endParaRPr lang="en-US" dirty="0"/>
          </a:p>
        </p:txBody>
      </p:sp>
      <p:pic>
        <p:nvPicPr>
          <p:cNvPr id="7" name="Picture 2"/>
          <p:cNvPicPr>
            <a:picLocks noChangeAspect="1" noChangeArrowheads="1"/>
          </p:cNvPicPr>
          <p:nvPr/>
        </p:nvPicPr>
        <p:blipFill>
          <a:blip r:embed="rId5"/>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1997842897"/>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circle(in)">
                                      <p:cBhvr>
                                        <p:cTn id="7" dur="2000"/>
                                        <p:tgtEl>
                                          <p:spTgt spid="3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a:xfrm>
            <a:off x="-114300" y="0"/>
            <a:ext cx="8458200" cy="838200"/>
          </a:xfrm>
          <a:solidFill>
            <a:srgbClr val="00B0F0"/>
          </a:solidFill>
        </p:spPr>
        <p:txBody>
          <a:bodyPr rtlCol="0">
            <a:normAutofit/>
          </a:bodyPr>
          <a:lstStyle/>
          <a:p>
            <a:pPr fontAlgn="auto">
              <a:spcAft>
                <a:spcPts val="0"/>
              </a:spcAft>
              <a:defRPr/>
            </a:pPr>
            <a:r>
              <a:rPr lang="en-US" altLang="en-US" sz="4000" dirty="0">
                <a:solidFill>
                  <a:schemeClr val="bg1"/>
                </a:solidFill>
                <a:ea typeface="+mj-ea"/>
              </a:rPr>
              <a:t>Catch or Declare Checked Exceptions</a:t>
            </a:r>
            <a:endParaRPr lang="en-US" altLang="en-US" dirty="0">
              <a:solidFill>
                <a:schemeClr val="bg1"/>
              </a:solidFill>
              <a:latin typeface="Book Antiqua" pitchFamily="18" charset="0"/>
              <a:ea typeface="+mj-ea"/>
            </a:endParaRPr>
          </a:p>
        </p:txBody>
      </p:sp>
      <p:sp>
        <p:nvSpPr>
          <p:cNvPr id="288771" name="Rectangle 3"/>
          <p:cNvSpPr>
            <a:spLocks noGrp="1" noChangeArrowheads="1"/>
          </p:cNvSpPr>
          <p:nvPr>
            <p:ph idx="1"/>
          </p:nvPr>
        </p:nvSpPr>
        <p:spPr>
          <a:xfrm>
            <a:off x="228600" y="1066800"/>
            <a:ext cx="8763000" cy="2286000"/>
          </a:xfrm>
        </p:spPr>
        <p:txBody>
          <a:bodyPr rtlCol="0">
            <a:normAutofit/>
          </a:bodyPr>
          <a:lstStyle/>
          <a:p>
            <a:pPr marL="0" indent="0" fontAlgn="auto">
              <a:buFont typeface="Monotype Sorts" pitchFamily="2" charset="2"/>
              <a:buNone/>
              <a:defRPr/>
            </a:pPr>
            <a:r>
              <a:rPr lang="en-US" altLang="en-US" sz="2200">
                <a:cs typeface="Courier New" pitchFamily="49" charset="0"/>
              </a:rPr>
              <a:t>Java forces you to deal with checked exceptions. If a method declares a checked exception (i.e., an exception other than </a:t>
            </a:r>
            <a:r>
              <a:rPr lang="en-US" altLang="en-US" sz="2200" u="sng">
                <a:cs typeface="Courier New" pitchFamily="49" charset="0"/>
              </a:rPr>
              <a:t>Error</a:t>
            </a:r>
            <a:r>
              <a:rPr lang="en-US" altLang="en-US" sz="2200">
                <a:cs typeface="Courier New" pitchFamily="49" charset="0"/>
              </a:rPr>
              <a:t> or </a:t>
            </a:r>
            <a:r>
              <a:rPr lang="en-US" altLang="en-US" sz="2200" u="sng">
                <a:cs typeface="Courier New" pitchFamily="49" charset="0"/>
              </a:rPr>
              <a:t>RuntimeException</a:t>
            </a:r>
            <a:r>
              <a:rPr lang="en-US" altLang="en-US" sz="2200">
                <a:cs typeface="Courier New" pitchFamily="49" charset="0"/>
              </a:rPr>
              <a:t>), you must invoke it in a </a:t>
            </a:r>
            <a:r>
              <a:rPr lang="en-US" altLang="en-US" sz="2200" u="sng">
                <a:cs typeface="Courier New" pitchFamily="49" charset="0"/>
              </a:rPr>
              <a:t>try-catch</a:t>
            </a:r>
            <a:r>
              <a:rPr lang="en-US" altLang="en-US" sz="2200">
                <a:cs typeface="Courier New" pitchFamily="49" charset="0"/>
              </a:rPr>
              <a:t> block or declare to throw the exception in the calling method. For example, suppose that method </a:t>
            </a:r>
            <a:r>
              <a:rPr lang="en-US" altLang="en-US" sz="2200" u="sng">
                <a:cs typeface="Courier New" pitchFamily="49" charset="0"/>
              </a:rPr>
              <a:t>p1</a:t>
            </a:r>
            <a:r>
              <a:rPr lang="en-US" altLang="en-US" sz="2200">
                <a:cs typeface="Courier New" pitchFamily="49" charset="0"/>
              </a:rPr>
              <a:t> invokes method </a:t>
            </a:r>
            <a:r>
              <a:rPr lang="en-US" altLang="en-US" sz="2200" u="sng">
                <a:cs typeface="Courier New" pitchFamily="49" charset="0"/>
              </a:rPr>
              <a:t>p2</a:t>
            </a:r>
            <a:r>
              <a:rPr lang="en-US" altLang="en-US" sz="2200">
                <a:cs typeface="Courier New" pitchFamily="49" charset="0"/>
              </a:rPr>
              <a:t> and </a:t>
            </a:r>
            <a:r>
              <a:rPr lang="en-US" altLang="en-US" sz="2200" u="sng">
                <a:cs typeface="Courier New" pitchFamily="49" charset="0"/>
              </a:rPr>
              <a:t>p2</a:t>
            </a:r>
            <a:r>
              <a:rPr lang="en-US" altLang="en-US" sz="2200">
                <a:cs typeface="Courier New" pitchFamily="49" charset="0"/>
              </a:rPr>
              <a:t> may throw a checked exception (e.g., </a:t>
            </a:r>
            <a:r>
              <a:rPr lang="en-US" altLang="en-US" sz="2200" u="sng">
                <a:cs typeface="Courier New" pitchFamily="49" charset="0"/>
              </a:rPr>
              <a:t>IOException</a:t>
            </a:r>
            <a:r>
              <a:rPr lang="en-US" altLang="en-US" sz="2200">
                <a:cs typeface="Courier New" pitchFamily="49" charset="0"/>
              </a:rPr>
              <a:t>), you have to write the code as shown in (a) or (b).</a:t>
            </a:r>
          </a:p>
        </p:txBody>
      </p:sp>
      <p:sp>
        <p:nvSpPr>
          <p:cNvPr id="31748" name="Rectangle 8"/>
          <p:cNvSpPr>
            <a:spLocks noChangeArrowheads="1"/>
          </p:cNvSpPr>
          <p:nvPr/>
        </p:nvSpPr>
        <p:spPr bwMode="auto">
          <a:xfrm>
            <a:off x="2362200" y="2747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aphicFrame>
        <p:nvGraphicFramePr>
          <p:cNvPr id="31749" name="Object 7"/>
          <p:cNvGraphicFramePr>
            <a:graphicFrameLocks noChangeAspect="1"/>
          </p:cNvGraphicFramePr>
          <p:nvPr>
            <p:extLst>
              <p:ext uri="{D42A27DB-BD31-4B8C-83A1-F6EECF244321}">
                <p14:modId xmlns:p14="http://schemas.microsoft.com/office/powerpoint/2010/main" val="2899219363"/>
              </p:ext>
            </p:extLst>
          </p:nvPr>
        </p:nvGraphicFramePr>
        <p:xfrm>
          <a:off x="228600" y="3505200"/>
          <a:ext cx="8458200" cy="2606675"/>
        </p:xfrm>
        <a:graphic>
          <a:graphicData uri="http://schemas.openxmlformats.org/presentationml/2006/ole">
            <mc:AlternateContent xmlns:mc="http://schemas.openxmlformats.org/markup-compatibility/2006">
              <mc:Choice xmlns:v="urn:schemas-microsoft-com:vml" Requires="v">
                <p:oleObj spid="_x0000_s10264" name="Picture" r:id="rId3" imgW="4424172" imgH="1357884" progId="Word.Picture.8">
                  <p:embed/>
                </p:oleObj>
              </mc:Choice>
              <mc:Fallback>
                <p:oleObj name="Picture" r:id="rId3" imgW="4424172" imgH="1357884"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505200"/>
                        <a:ext cx="8458200" cy="2606675"/>
                      </a:xfrm>
                      <a:prstGeom prst="rect">
                        <a:avLst/>
                      </a:prstGeom>
                      <a:solidFill>
                        <a:srgbClr val="0070C0"/>
                      </a:solidFill>
                      <a:ln>
                        <a:noFill/>
                      </a:ln>
                    </p:spPr>
                  </p:pic>
                </p:oleObj>
              </mc:Fallback>
            </mc:AlternateContent>
          </a:graphicData>
        </a:graphic>
      </p:graphicFrame>
      <p:sp>
        <p:nvSpPr>
          <p:cNvPr id="31750" name="Line 9"/>
          <p:cNvSpPr>
            <a:spLocks noChangeShapeType="1"/>
          </p:cNvSpPr>
          <p:nvPr/>
        </p:nvSpPr>
        <p:spPr bwMode="auto">
          <a:xfrm flipH="1">
            <a:off x="2362200" y="2057400"/>
            <a:ext cx="3505200" cy="21336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1" name="Line 10"/>
          <p:cNvSpPr>
            <a:spLocks noChangeShapeType="1"/>
          </p:cNvSpPr>
          <p:nvPr/>
        </p:nvSpPr>
        <p:spPr bwMode="auto">
          <a:xfrm flipH="1">
            <a:off x="6705600" y="2057400"/>
            <a:ext cx="1143000" cy="17526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Slide Number Placeholder 1"/>
          <p:cNvSpPr>
            <a:spLocks noGrp="1"/>
          </p:cNvSpPr>
          <p:nvPr>
            <p:ph type="sldNum" sz="quarter" idx="12"/>
          </p:nvPr>
        </p:nvSpPr>
        <p:spPr/>
        <p:txBody>
          <a:bodyPr/>
          <a:lstStyle/>
          <a:p>
            <a:fld id="{33D6E5A2-EC83-451F-A719-9AC1370DD5CF}" type="slidenum">
              <a:rPr lang="en-US" smtClean="0"/>
              <a:pPr/>
              <a:t>47</a:t>
            </a:fld>
            <a:endParaRPr lang="en-US" dirty="0"/>
          </a:p>
        </p:txBody>
      </p:sp>
      <p:pic>
        <p:nvPicPr>
          <p:cNvPr id="9" name="Picture 2"/>
          <p:cNvPicPr>
            <a:picLocks noChangeAspect="1" noChangeArrowheads="1"/>
          </p:cNvPicPr>
          <p:nvPr/>
        </p:nvPicPr>
        <p:blipFill>
          <a:blip r:embed="rId5"/>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288723822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wipe(down)">
                                      <p:cBhvr>
                                        <p:cTn id="7" dur="580">
                                          <p:stCondLst>
                                            <p:cond delay="0"/>
                                          </p:stCondLst>
                                        </p:cTn>
                                        <p:tgtEl>
                                          <p:spTgt spid="31749"/>
                                        </p:tgtEl>
                                      </p:cBhvr>
                                    </p:animEffect>
                                    <p:anim calcmode="lin" valueType="num">
                                      <p:cBhvr>
                                        <p:cTn id="8" dur="1822" tmFilter="0,0; 0.14,0.36; 0.43,0.73; 0.71,0.91; 1.0,1.0">
                                          <p:stCondLst>
                                            <p:cond delay="0"/>
                                          </p:stCondLst>
                                        </p:cTn>
                                        <p:tgtEl>
                                          <p:spTgt spid="3174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174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174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174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1749"/>
                                        </p:tgtEl>
                                        <p:attrNameLst>
                                          <p:attrName>ppt_y</p:attrName>
                                        </p:attrNameLst>
                                      </p:cBhvr>
                                      <p:tavLst>
                                        <p:tav tm="0" fmla="#ppt_y-sin(pi*$)/81">
                                          <p:val>
                                            <p:fltVal val="0"/>
                                          </p:val>
                                        </p:tav>
                                        <p:tav tm="100000">
                                          <p:val>
                                            <p:fltVal val="1"/>
                                          </p:val>
                                        </p:tav>
                                      </p:tavLst>
                                    </p:anim>
                                    <p:animScale>
                                      <p:cBhvr>
                                        <p:cTn id="13" dur="26">
                                          <p:stCondLst>
                                            <p:cond delay="650"/>
                                          </p:stCondLst>
                                        </p:cTn>
                                        <p:tgtEl>
                                          <p:spTgt spid="31749"/>
                                        </p:tgtEl>
                                      </p:cBhvr>
                                      <p:to x="100000" y="60000"/>
                                    </p:animScale>
                                    <p:animScale>
                                      <p:cBhvr>
                                        <p:cTn id="14" dur="166" decel="50000">
                                          <p:stCondLst>
                                            <p:cond delay="676"/>
                                          </p:stCondLst>
                                        </p:cTn>
                                        <p:tgtEl>
                                          <p:spTgt spid="31749"/>
                                        </p:tgtEl>
                                      </p:cBhvr>
                                      <p:to x="100000" y="100000"/>
                                    </p:animScale>
                                    <p:animScale>
                                      <p:cBhvr>
                                        <p:cTn id="15" dur="26">
                                          <p:stCondLst>
                                            <p:cond delay="1312"/>
                                          </p:stCondLst>
                                        </p:cTn>
                                        <p:tgtEl>
                                          <p:spTgt spid="31749"/>
                                        </p:tgtEl>
                                      </p:cBhvr>
                                      <p:to x="100000" y="80000"/>
                                    </p:animScale>
                                    <p:animScale>
                                      <p:cBhvr>
                                        <p:cTn id="16" dur="166" decel="50000">
                                          <p:stCondLst>
                                            <p:cond delay="1338"/>
                                          </p:stCondLst>
                                        </p:cTn>
                                        <p:tgtEl>
                                          <p:spTgt spid="31749"/>
                                        </p:tgtEl>
                                      </p:cBhvr>
                                      <p:to x="100000" y="100000"/>
                                    </p:animScale>
                                    <p:animScale>
                                      <p:cBhvr>
                                        <p:cTn id="17" dur="26">
                                          <p:stCondLst>
                                            <p:cond delay="1642"/>
                                          </p:stCondLst>
                                        </p:cTn>
                                        <p:tgtEl>
                                          <p:spTgt spid="31749"/>
                                        </p:tgtEl>
                                      </p:cBhvr>
                                      <p:to x="100000" y="90000"/>
                                    </p:animScale>
                                    <p:animScale>
                                      <p:cBhvr>
                                        <p:cTn id="18" dur="166" decel="50000">
                                          <p:stCondLst>
                                            <p:cond delay="1668"/>
                                          </p:stCondLst>
                                        </p:cTn>
                                        <p:tgtEl>
                                          <p:spTgt spid="31749"/>
                                        </p:tgtEl>
                                      </p:cBhvr>
                                      <p:to x="100000" y="100000"/>
                                    </p:animScale>
                                    <p:animScale>
                                      <p:cBhvr>
                                        <p:cTn id="19" dur="26">
                                          <p:stCondLst>
                                            <p:cond delay="1808"/>
                                          </p:stCondLst>
                                        </p:cTn>
                                        <p:tgtEl>
                                          <p:spTgt spid="31749"/>
                                        </p:tgtEl>
                                      </p:cBhvr>
                                      <p:to x="100000" y="95000"/>
                                    </p:animScale>
                                    <p:animScale>
                                      <p:cBhvr>
                                        <p:cTn id="20" dur="166" decel="50000">
                                          <p:stCondLst>
                                            <p:cond delay="1834"/>
                                          </p:stCondLst>
                                        </p:cTn>
                                        <p:tgtEl>
                                          <p:spTgt spid="3174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10887" y="0"/>
            <a:ext cx="7971563" cy="1066800"/>
          </a:xfrm>
          <a:solidFill>
            <a:srgbClr val="00B0F0"/>
          </a:solidFill>
        </p:spPr>
        <p:txBody>
          <a:bodyPr rtlCol="0">
            <a:normAutofit fontScale="90000"/>
          </a:bodyPr>
          <a:lstStyle/>
          <a:p>
            <a:pPr algn="ctr" fontAlgn="auto">
              <a:spcAft>
                <a:spcPts val="0"/>
              </a:spcAft>
              <a:defRPr/>
            </a:pPr>
            <a:r>
              <a:rPr lang="en-US" altLang="en-US" sz="4000" dirty="0">
                <a:solidFill>
                  <a:schemeClr val="bg1"/>
                </a:solidFill>
                <a:ea typeface="+mj-ea"/>
              </a:rPr>
              <a:t>Example: Declaring, Throwing, and Catching Exceptions</a:t>
            </a:r>
            <a:endParaRPr lang="en-US" altLang="en-US" dirty="0">
              <a:solidFill>
                <a:schemeClr val="bg1"/>
              </a:solidFill>
              <a:latin typeface="Book Antiqua" pitchFamily="18" charset="0"/>
              <a:ea typeface="+mj-ea"/>
            </a:endParaRPr>
          </a:p>
        </p:txBody>
      </p:sp>
      <p:sp>
        <p:nvSpPr>
          <p:cNvPr id="241667" name="Rectangle 3"/>
          <p:cNvSpPr>
            <a:spLocks noGrp="1" noChangeArrowheads="1"/>
          </p:cNvSpPr>
          <p:nvPr>
            <p:ph idx="1"/>
          </p:nvPr>
        </p:nvSpPr>
        <p:spPr>
          <a:xfrm>
            <a:off x="228600" y="1828800"/>
            <a:ext cx="8534400" cy="2971800"/>
          </a:xfrm>
        </p:spPr>
        <p:txBody>
          <a:bodyPr rtlCol="0">
            <a:normAutofit/>
          </a:bodyPr>
          <a:lstStyle/>
          <a:p>
            <a:pPr marL="0" indent="0" fontAlgn="auto">
              <a:lnSpc>
                <a:spcPct val="90000"/>
              </a:lnSpc>
              <a:buNone/>
              <a:defRPr/>
            </a:pPr>
            <a:r>
              <a:rPr lang="en-US" altLang="en-US" sz="3400" dirty="0"/>
              <a:t>Objective: </a:t>
            </a:r>
            <a:r>
              <a:rPr lang="en-US" altLang="en-US" sz="3400" dirty="0">
                <a:cs typeface="Times New Roman" pitchFamily="18" charset="0"/>
              </a:rPr>
              <a:t>This example demonstrates declaring, throwing, and catching exceptions by modifying the </a:t>
            </a:r>
            <a:r>
              <a:rPr lang="en-US" altLang="en-US" sz="3400" u="sng" dirty="0" err="1">
                <a:cs typeface="Times New Roman" pitchFamily="18" charset="0"/>
              </a:rPr>
              <a:t>setRadius</a:t>
            </a:r>
            <a:r>
              <a:rPr lang="en-US" altLang="en-US" sz="3400" dirty="0">
                <a:cs typeface="Times New Roman" pitchFamily="18" charset="0"/>
              </a:rPr>
              <a:t> method in the </a:t>
            </a:r>
            <a:r>
              <a:rPr lang="en-US" altLang="en-US" sz="3400" u="sng" dirty="0">
                <a:cs typeface="Times New Roman" pitchFamily="18" charset="0"/>
              </a:rPr>
              <a:t>Circle</a:t>
            </a:r>
            <a:r>
              <a:rPr lang="en-US" altLang="en-US" sz="3400" dirty="0">
                <a:cs typeface="Times New Roman" pitchFamily="18" charset="0"/>
              </a:rPr>
              <a:t> class defined in Chapter 6. The new </a:t>
            </a:r>
            <a:r>
              <a:rPr lang="en-US" altLang="en-US" sz="3400" u="sng" dirty="0" err="1">
                <a:cs typeface="Times New Roman" pitchFamily="18" charset="0"/>
              </a:rPr>
              <a:t>setRadius</a:t>
            </a:r>
            <a:r>
              <a:rPr lang="en-US" altLang="en-US" sz="3400" dirty="0">
                <a:cs typeface="Times New Roman" pitchFamily="18" charset="0"/>
              </a:rPr>
              <a:t> method throws an exception if radius is negative.</a:t>
            </a:r>
          </a:p>
        </p:txBody>
      </p:sp>
      <p:sp>
        <p:nvSpPr>
          <p:cNvPr id="241672" name="AutoShape 8">
            <a:hlinkClick r:id="" action="ppaction://noaction" highlightClick="1"/>
          </p:cNvPr>
          <p:cNvSpPr>
            <a:spLocks noChangeArrowheads="1"/>
          </p:cNvSpPr>
          <p:nvPr/>
        </p:nvSpPr>
        <p:spPr bwMode="auto">
          <a:xfrm>
            <a:off x="1143000" y="5029200"/>
            <a:ext cx="3429000" cy="533400"/>
          </a:xfrm>
          <a:prstGeom prst="actionButtonBlank">
            <a:avLst/>
          </a:prstGeom>
          <a:solidFill>
            <a:schemeClr val="tx1"/>
          </a:solidFill>
          <a:ln>
            <a:noFill/>
          </a:ln>
          <a:effectLst>
            <a:prstShdw prst="shdw17" dist="17961" dir="2700000">
              <a:schemeClr val="tx1">
                <a:gamma/>
                <a:shade val="60000"/>
                <a:invGamma/>
              </a:schemeClr>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p>
            <a:pPr algn="ctr">
              <a:defRPr/>
            </a:pPr>
            <a:r>
              <a:rPr lang="en-US" altLang="en-US">
                <a:solidFill>
                  <a:schemeClr val="accent1"/>
                </a:solidFill>
                <a:latin typeface="Book Antiqua" pitchFamily="18" charset="0"/>
                <a:hlinkClick r:id="rId2" action="ppaction://hlinkfile"/>
              </a:rPr>
              <a:t>TestCircleWithException</a:t>
            </a:r>
            <a:endParaRPr lang="en-US" altLang="en-US">
              <a:solidFill>
                <a:schemeClr val="accent1"/>
              </a:solidFill>
            </a:endParaRPr>
          </a:p>
        </p:txBody>
      </p:sp>
      <p:sp>
        <p:nvSpPr>
          <p:cNvPr id="32773" name="AutoShape 9">
            <a:hlinkClick r:id="rId3" action="ppaction://program" highlightClick="1"/>
          </p:cNvPr>
          <p:cNvSpPr>
            <a:spLocks noChangeArrowheads="1"/>
          </p:cNvSpPr>
          <p:nvPr/>
        </p:nvSpPr>
        <p:spPr bwMode="auto">
          <a:xfrm>
            <a:off x="1143000" y="5867400"/>
            <a:ext cx="34290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a:latin typeface="Book Antiqua" pitchFamily="18" charset="0"/>
              </a:rPr>
              <a:t>Run</a:t>
            </a:r>
            <a:endParaRPr lang="en-US" altLang="en-US"/>
          </a:p>
        </p:txBody>
      </p:sp>
      <p:sp>
        <p:nvSpPr>
          <p:cNvPr id="241676" name="AutoShape 12">
            <a:hlinkClick r:id="rId4" action="ppaction://hlinkfile" highlightClick="1"/>
          </p:cNvPr>
          <p:cNvSpPr>
            <a:spLocks noChangeArrowheads="1"/>
          </p:cNvSpPr>
          <p:nvPr/>
        </p:nvSpPr>
        <p:spPr bwMode="auto">
          <a:xfrm>
            <a:off x="4876800" y="5029200"/>
            <a:ext cx="3429000" cy="533400"/>
          </a:xfrm>
          <a:prstGeom prst="actionButtonBlank">
            <a:avLst/>
          </a:prstGeom>
          <a:solidFill>
            <a:schemeClr val="tx1"/>
          </a:solidFill>
          <a:ln>
            <a:noFill/>
          </a:ln>
          <a:effectLst>
            <a:prstShdw prst="shdw17" dist="17961" dir="2700000">
              <a:schemeClr val="tx1">
                <a:gamma/>
                <a:shade val="60000"/>
                <a:invGamma/>
              </a:schemeClr>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p>
            <a:pPr algn="ctr">
              <a:defRPr/>
            </a:pPr>
            <a:r>
              <a:rPr lang="en-US" altLang="en-US">
                <a:solidFill>
                  <a:schemeClr val="accent1"/>
                </a:solidFill>
                <a:latin typeface="Book Antiqua" pitchFamily="18" charset="0"/>
                <a:hlinkClick r:id="rId4" action="ppaction://hlinkfile"/>
              </a:rPr>
              <a:t>CircleWithException</a:t>
            </a:r>
            <a:endParaRPr lang="en-US" altLang="en-US">
              <a:solidFill>
                <a:schemeClr val="accent1"/>
              </a:solidFill>
            </a:endParaRPr>
          </a:p>
        </p:txBody>
      </p:sp>
      <p:sp>
        <p:nvSpPr>
          <p:cNvPr id="2" name="Slide Number Placeholder 1"/>
          <p:cNvSpPr>
            <a:spLocks noGrp="1"/>
          </p:cNvSpPr>
          <p:nvPr>
            <p:ph type="sldNum" sz="quarter" idx="12"/>
          </p:nvPr>
        </p:nvSpPr>
        <p:spPr/>
        <p:txBody>
          <a:bodyPr/>
          <a:lstStyle/>
          <a:p>
            <a:fld id="{33D6E5A2-EC83-451F-A719-9AC1370DD5CF}" type="slidenum">
              <a:rPr lang="en-US" smtClean="0"/>
              <a:pPr/>
              <a:t>48</a:t>
            </a:fld>
            <a:endParaRPr lang="en-US" dirty="0"/>
          </a:p>
        </p:txBody>
      </p:sp>
      <p:pic>
        <p:nvPicPr>
          <p:cNvPr id="8" name="Picture 2"/>
          <p:cNvPicPr>
            <a:picLocks noChangeAspect="1" noChangeArrowheads="1"/>
          </p:cNvPicPr>
          <p:nvPr/>
        </p:nvPicPr>
        <p:blipFill>
          <a:blip r:embed="rId5"/>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2102909966"/>
      </p:ext>
    </p:extLst>
  </p:cSld>
  <p:clrMapOvr>
    <a:masterClrMapping/>
  </p:clrMapOvr>
  <p:transition spd="slow">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76201" y="0"/>
            <a:ext cx="8036877" cy="990600"/>
          </a:xfrm>
          <a:solidFill>
            <a:srgbClr val="00B0F0"/>
          </a:solidFill>
        </p:spPr>
        <p:txBody>
          <a:bodyPr/>
          <a:lstStyle/>
          <a:p>
            <a:pPr algn="ctr"/>
            <a:r>
              <a:rPr lang="en-US" altLang="en-US" dirty="0" err="1">
                <a:solidFill>
                  <a:schemeClr val="bg1"/>
                </a:solidFill>
                <a:cs typeface="Trebuchet MS" pitchFamily="34" charset="0"/>
              </a:rPr>
              <a:t>Rethrowing</a:t>
            </a:r>
            <a:r>
              <a:rPr lang="en-US" altLang="en-US" dirty="0">
                <a:solidFill>
                  <a:schemeClr val="bg1"/>
                </a:solidFill>
                <a:cs typeface="Trebuchet MS" pitchFamily="34" charset="0"/>
              </a:rPr>
              <a:t> Exceptions</a:t>
            </a:r>
            <a:endParaRPr lang="en-US" altLang="en-US" b="1" dirty="0">
              <a:solidFill>
                <a:schemeClr val="bg1"/>
              </a:solidFill>
              <a:cs typeface="Trebuchet MS" pitchFamily="34" charset="0"/>
            </a:endParaRPr>
          </a:p>
        </p:txBody>
      </p:sp>
      <p:sp>
        <p:nvSpPr>
          <p:cNvPr id="156675" name="Rectangle 3"/>
          <p:cNvSpPr>
            <a:spLocks noGrp="1" noChangeArrowheads="1"/>
          </p:cNvSpPr>
          <p:nvPr>
            <p:ph idx="1"/>
          </p:nvPr>
        </p:nvSpPr>
        <p:spPr>
          <a:xfrm>
            <a:off x="228600" y="1371600"/>
            <a:ext cx="8458200" cy="3733800"/>
          </a:xfrm>
          <a:solidFill>
            <a:srgbClr val="0070C0"/>
          </a:solidFill>
        </p:spPr>
        <p:txBody>
          <a:bodyPr rtlCol="0">
            <a:normAutofit/>
          </a:bodyPr>
          <a:lstStyle/>
          <a:p>
            <a:pPr fontAlgn="auto">
              <a:buFont typeface="Monotype Sorts" pitchFamily="2" charset="2"/>
              <a:buNone/>
              <a:defRPr/>
            </a:pPr>
            <a:r>
              <a:rPr lang="en-US" altLang="en-US" sz="3000">
                <a:solidFill>
                  <a:schemeClr val="bg2"/>
                </a:solidFill>
                <a:latin typeface="Courier New" pitchFamily="49" charset="0"/>
              </a:rPr>
              <a:t>try {  </a:t>
            </a:r>
          </a:p>
          <a:p>
            <a:pPr fontAlgn="auto">
              <a:spcBef>
                <a:spcPct val="0"/>
              </a:spcBef>
              <a:buFont typeface="Monotype Sorts" pitchFamily="2" charset="2"/>
              <a:buNone/>
              <a:defRPr/>
            </a:pPr>
            <a:r>
              <a:rPr lang="en-US" altLang="en-US" sz="3000">
                <a:solidFill>
                  <a:schemeClr val="bg2"/>
                </a:solidFill>
                <a:latin typeface="Courier New" pitchFamily="49" charset="0"/>
              </a:rPr>
              <a:t>  statements;</a:t>
            </a:r>
          </a:p>
          <a:p>
            <a:pPr fontAlgn="auto">
              <a:spcBef>
                <a:spcPct val="0"/>
              </a:spcBef>
              <a:buFont typeface="Monotype Sorts" pitchFamily="2" charset="2"/>
              <a:buNone/>
              <a:defRPr/>
            </a:pPr>
            <a:r>
              <a:rPr lang="en-US" altLang="en-US" sz="3000">
                <a:solidFill>
                  <a:schemeClr val="bg2"/>
                </a:solidFill>
                <a:latin typeface="Courier New" pitchFamily="49" charset="0"/>
              </a:rPr>
              <a:t>}</a:t>
            </a:r>
          </a:p>
          <a:p>
            <a:pPr fontAlgn="auto">
              <a:spcBef>
                <a:spcPct val="0"/>
              </a:spcBef>
              <a:buFont typeface="Monotype Sorts" pitchFamily="2" charset="2"/>
              <a:buNone/>
              <a:defRPr/>
            </a:pPr>
            <a:r>
              <a:rPr lang="en-US" altLang="en-US" sz="3000">
                <a:solidFill>
                  <a:schemeClr val="bg2"/>
                </a:solidFill>
                <a:latin typeface="Courier New" pitchFamily="49" charset="0"/>
              </a:rPr>
              <a:t>catch(TheException ex) { </a:t>
            </a:r>
          </a:p>
          <a:p>
            <a:pPr fontAlgn="auto">
              <a:spcBef>
                <a:spcPct val="0"/>
              </a:spcBef>
              <a:buFont typeface="Monotype Sorts" pitchFamily="2" charset="2"/>
              <a:buNone/>
              <a:defRPr/>
            </a:pPr>
            <a:r>
              <a:rPr lang="en-US" altLang="en-US" sz="3000">
                <a:solidFill>
                  <a:schemeClr val="bg2"/>
                </a:solidFill>
                <a:latin typeface="Courier New" pitchFamily="49" charset="0"/>
              </a:rPr>
              <a:t>  perform operations before exits;</a:t>
            </a:r>
          </a:p>
          <a:p>
            <a:pPr fontAlgn="auto">
              <a:spcBef>
                <a:spcPct val="0"/>
              </a:spcBef>
              <a:buFont typeface="Monotype Sorts" pitchFamily="2" charset="2"/>
              <a:buNone/>
              <a:defRPr/>
            </a:pPr>
            <a:r>
              <a:rPr lang="en-US" altLang="en-US" sz="3000">
                <a:solidFill>
                  <a:schemeClr val="bg2"/>
                </a:solidFill>
                <a:latin typeface="Courier New" pitchFamily="49" charset="0"/>
              </a:rPr>
              <a:t>  throw ex;</a:t>
            </a:r>
          </a:p>
          <a:p>
            <a:pPr fontAlgn="auto">
              <a:spcBef>
                <a:spcPct val="0"/>
              </a:spcBef>
              <a:buFont typeface="Monotype Sorts" pitchFamily="2" charset="2"/>
              <a:buNone/>
              <a:defRPr/>
            </a:pPr>
            <a:r>
              <a:rPr lang="en-US" altLang="en-US" sz="3000">
                <a:solidFill>
                  <a:schemeClr val="bg2"/>
                </a:solidFill>
                <a:latin typeface="Courier New" pitchFamily="49" charset="0"/>
              </a:rPr>
              <a:t>}</a:t>
            </a:r>
          </a:p>
        </p:txBody>
      </p:sp>
      <p:sp>
        <p:nvSpPr>
          <p:cNvPr id="2" name="Slide Number Placeholder 1"/>
          <p:cNvSpPr>
            <a:spLocks noGrp="1"/>
          </p:cNvSpPr>
          <p:nvPr>
            <p:ph type="sldNum" sz="quarter" idx="12"/>
          </p:nvPr>
        </p:nvSpPr>
        <p:spPr/>
        <p:txBody>
          <a:bodyPr/>
          <a:lstStyle/>
          <a:p>
            <a:fld id="{33D6E5A2-EC83-451F-A719-9AC1370DD5CF}" type="slidenum">
              <a:rPr lang="en-US" smtClean="0"/>
              <a:pPr/>
              <a:t>49</a:t>
            </a:fld>
            <a:endParaRPr lang="en-US" dirty="0"/>
          </a:p>
        </p:txBody>
      </p:sp>
      <p:pic>
        <p:nvPicPr>
          <p:cNvPr id="5"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2092664245"/>
      </p:ext>
    </p:extLst>
  </p:cSld>
  <p:clrMapOvr>
    <a:masterClrMapping/>
  </p:clrMapOvr>
  <p:transition spd="slow">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0" y="0"/>
            <a:ext cx="7772400" cy="990600"/>
          </a:xfrm>
          <a:solidFill>
            <a:srgbClr val="00B0F0"/>
          </a:solidFill>
        </p:spPr>
        <p:txBody>
          <a:bodyPr/>
          <a:lstStyle/>
          <a:p>
            <a:pPr algn="ctr"/>
            <a:r>
              <a:rPr lang="en-US" altLang="en-US" dirty="0">
                <a:solidFill>
                  <a:schemeClr val="bg1"/>
                </a:solidFill>
                <a:cs typeface="Trebuchet MS" pitchFamily="34" charset="0"/>
              </a:rPr>
              <a:t>The </a:t>
            </a:r>
            <a:r>
              <a:rPr lang="en-US" altLang="en-US" sz="4200" dirty="0">
                <a:solidFill>
                  <a:schemeClr val="bg1"/>
                </a:solidFill>
                <a:latin typeface="Courier New" pitchFamily="49" charset="0"/>
                <a:cs typeface="Trebuchet MS" pitchFamily="34" charset="0"/>
              </a:rPr>
              <a:t>finally</a:t>
            </a:r>
            <a:r>
              <a:rPr lang="en-US" altLang="en-US" dirty="0">
                <a:solidFill>
                  <a:schemeClr val="bg1"/>
                </a:solidFill>
                <a:cs typeface="Trebuchet MS" pitchFamily="34" charset="0"/>
              </a:rPr>
              <a:t> Clause</a:t>
            </a:r>
            <a:endParaRPr lang="en-US" altLang="en-US" b="1" dirty="0">
              <a:solidFill>
                <a:schemeClr val="bg1"/>
              </a:solidFill>
              <a:cs typeface="Trebuchet MS" pitchFamily="34" charset="0"/>
            </a:endParaRPr>
          </a:p>
        </p:txBody>
      </p:sp>
      <p:sp>
        <p:nvSpPr>
          <p:cNvPr id="157699" name="Rectangle 3"/>
          <p:cNvSpPr>
            <a:spLocks noGrp="1" noChangeArrowheads="1"/>
          </p:cNvSpPr>
          <p:nvPr>
            <p:ph idx="1"/>
          </p:nvPr>
        </p:nvSpPr>
        <p:spPr>
          <a:xfrm>
            <a:off x="914400" y="1371600"/>
            <a:ext cx="7696200" cy="4191000"/>
          </a:xfrm>
          <a:solidFill>
            <a:srgbClr val="0070C0"/>
          </a:solidFill>
        </p:spPr>
        <p:txBody>
          <a:bodyPr rtlCol="0">
            <a:normAutofit/>
          </a:bodyPr>
          <a:lstStyle/>
          <a:p>
            <a:pPr algn="just" fontAlgn="auto">
              <a:lnSpc>
                <a:spcPct val="90000"/>
              </a:lnSpc>
              <a:buFont typeface="Monotype Sorts" pitchFamily="2" charset="2"/>
              <a:buNone/>
              <a:defRPr/>
            </a:pPr>
            <a:r>
              <a:rPr lang="en-US" altLang="en-US" sz="3000" dirty="0">
                <a:solidFill>
                  <a:schemeClr val="bg2"/>
                </a:solidFill>
                <a:latin typeface="Courier New" pitchFamily="49" charset="0"/>
              </a:rPr>
              <a:t>try {  </a:t>
            </a:r>
          </a:p>
          <a:p>
            <a:pPr algn="just" fontAlgn="auto">
              <a:lnSpc>
                <a:spcPct val="90000"/>
              </a:lnSpc>
              <a:spcBef>
                <a:spcPct val="0"/>
              </a:spcBef>
              <a:buFont typeface="Monotype Sorts" pitchFamily="2" charset="2"/>
              <a:buNone/>
              <a:defRPr/>
            </a:pPr>
            <a:r>
              <a:rPr lang="en-US" altLang="en-US" sz="3000" dirty="0">
                <a:solidFill>
                  <a:schemeClr val="bg2"/>
                </a:solidFill>
                <a:latin typeface="Courier New" pitchFamily="49" charset="0"/>
              </a:rPr>
              <a:t>  statements;</a:t>
            </a:r>
          </a:p>
          <a:p>
            <a:pPr algn="just" fontAlgn="auto">
              <a:lnSpc>
                <a:spcPct val="90000"/>
              </a:lnSpc>
              <a:spcBef>
                <a:spcPct val="0"/>
              </a:spcBef>
              <a:buFont typeface="Monotype Sorts" pitchFamily="2" charset="2"/>
              <a:buNone/>
              <a:defRPr/>
            </a:pPr>
            <a:r>
              <a:rPr lang="en-US" altLang="en-US" sz="3000" dirty="0">
                <a:solidFill>
                  <a:schemeClr val="bg2"/>
                </a:solidFill>
                <a:latin typeface="Courier New" pitchFamily="49" charset="0"/>
              </a:rPr>
              <a:t>}</a:t>
            </a:r>
          </a:p>
          <a:p>
            <a:pPr algn="just" fontAlgn="auto">
              <a:lnSpc>
                <a:spcPct val="90000"/>
              </a:lnSpc>
              <a:spcBef>
                <a:spcPct val="0"/>
              </a:spcBef>
              <a:buFont typeface="Monotype Sorts" pitchFamily="2" charset="2"/>
              <a:buNone/>
              <a:defRPr/>
            </a:pPr>
            <a:r>
              <a:rPr lang="en-US" altLang="en-US" sz="3000" dirty="0">
                <a:solidFill>
                  <a:schemeClr val="bg2"/>
                </a:solidFill>
                <a:latin typeface="Courier New" pitchFamily="49" charset="0"/>
              </a:rPr>
              <a:t>catch(</a:t>
            </a:r>
            <a:r>
              <a:rPr lang="en-US" altLang="en-US" sz="3000" dirty="0" err="1">
                <a:solidFill>
                  <a:schemeClr val="bg2"/>
                </a:solidFill>
                <a:latin typeface="Courier New" pitchFamily="49" charset="0"/>
              </a:rPr>
              <a:t>TheException</a:t>
            </a:r>
            <a:r>
              <a:rPr lang="en-US" altLang="en-US" sz="3000" dirty="0">
                <a:solidFill>
                  <a:schemeClr val="bg2"/>
                </a:solidFill>
                <a:latin typeface="Courier New" pitchFamily="49" charset="0"/>
              </a:rPr>
              <a:t> ex) { </a:t>
            </a:r>
          </a:p>
          <a:p>
            <a:pPr algn="just" fontAlgn="auto">
              <a:lnSpc>
                <a:spcPct val="90000"/>
              </a:lnSpc>
              <a:spcBef>
                <a:spcPct val="0"/>
              </a:spcBef>
              <a:buFont typeface="Monotype Sorts" pitchFamily="2" charset="2"/>
              <a:buNone/>
              <a:defRPr/>
            </a:pPr>
            <a:r>
              <a:rPr lang="en-US" altLang="en-US" sz="3000" dirty="0">
                <a:solidFill>
                  <a:schemeClr val="bg2"/>
                </a:solidFill>
                <a:latin typeface="Courier New" pitchFamily="49" charset="0"/>
              </a:rPr>
              <a:t>  handling ex; </a:t>
            </a:r>
          </a:p>
          <a:p>
            <a:pPr algn="just" fontAlgn="auto">
              <a:lnSpc>
                <a:spcPct val="90000"/>
              </a:lnSpc>
              <a:spcBef>
                <a:spcPct val="0"/>
              </a:spcBef>
              <a:buFont typeface="Monotype Sorts" pitchFamily="2" charset="2"/>
              <a:buNone/>
              <a:defRPr/>
            </a:pPr>
            <a:r>
              <a:rPr lang="en-US" altLang="en-US" sz="3000" dirty="0">
                <a:solidFill>
                  <a:schemeClr val="bg2"/>
                </a:solidFill>
                <a:latin typeface="Courier New" pitchFamily="49" charset="0"/>
              </a:rPr>
              <a:t>}</a:t>
            </a:r>
          </a:p>
          <a:p>
            <a:pPr algn="just" fontAlgn="auto">
              <a:lnSpc>
                <a:spcPct val="90000"/>
              </a:lnSpc>
              <a:spcBef>
                <a:spcPct val="0"/>
              </a:spcBef>
              <a:buFont typeface="Monotype Sorts" pitchFamily="2" charset="2"/>
              <a:buNone/>
              <a:defRPr/>
            </a:pPr>
            <a:r>
              <a:rPr lang="en-US" altLang="en-US" sz="3000" dirty="0">
                <a:solidFill>
                  <a:schemeClr val="bg2"/>
                </a:solidFill>
                <a:latin typeface="Courier New" pitchFamily="49" charset="0"/>
              </a:rPr>
              <a:t>finally { </a:t>
            </a:r>
          </a:p>
          <a:p>
            <a:pPr algn="just" fontAlgn="auto">
              <a:lnSpc>
                <a:spcPct val="90000"/>
              </a:lnSpc>
              <a:spcBef>
                <a:spcPct val="0"/>
              </a:spcBef>
              <a:buFont typeface="Monotype Sorts" pitchFamily="2" charset="2"/>
              <a:buNone/>
              <a:defRPr/>
            </a:pPr>
            <a:r>
              <a:rPr lang="en-US" altLang="en-US" sz="3000" dirty="0">
                <a:solidFill>
                  <a:schemeClr val="bg2"/>
                </a:solidFill>
                <a:latin typeface="Courier New" pitchFamily="49" charset="0"/>
              </a:rPr>
              <a:t>  </a:t>
            </a:r>
            <a:r>
              <a:rPr lang="en-US" altLang="en-US" sz="3000" dirty="0" err="1">
                <a:solidFill>
                  <a:schemeClr val="bg2"/>
                </a:solidFill>
                <a:latin typeface="Courier New" pitchFamily="49" charset="0"/>
              </a:rPr>
              <a:t>finalStatements</a:t>
            </a:r>
            <a:r>
              <a:rPr lang="en-US" altLang="en-US" sz="3000" dirty="0">
                <a:solidFill>
                  <a:schemeClr val="bg2"/>
                </a:solidFill>
                <a:latin typeface="Courier New" pitchFamily="49" charset="0"/>
              </a:rPr>
              <a:t>; </a:t>
            </a:r>
          </a:p>
          <a:p>
            <a:pPr algn="just" fontAlgn="auto">
              <a:lnSpc>
                <a:spcPct val="90000"/>
              </a:lnSpc>
              <a:spcBef>
                <a:spcPct val="0"/>
              </a:spcBef>
              <a:buFont typeface="Monotype Sorts" pitchFamily="2" charset="2"/>
              <a:buNone/>
              <a:defRPr/>
            </a:pPr>
            <a:r>
              <a:rPr lang="en-US" altLang="en-US" sz="3000" dirty="0">
                <a:solidFill>
                  <a:schemeClr val="bg2"/>
                </a:solidFill>
                <a:latin typeface="Courier New" pitchFamily="49" charset="0"/>
              </a:rPr>
              <a:t>}</a:t>
            </a:r>
            <a:endParaRPr lang="en-US" altLang="en-US" sz="3000" dirty="0">
              <a:solidFill>
                <a:schemeClr val="bg2"/>
              </a:solidFill>
            </a:endParaRPr>
          </a:p>
        </p:txBody>
      </p:sp>
      <p:sp>
        <p:nvSpPr>
          <p:cNvPr id="2" name="Slide Number Placeholder 1"/>
          <p:cNvSpPr>
            <a:spLocks noGrp="1"/>
          </p:cNvSpPr>
          <p:nvPr>
            <p:ph type="sldNum" sz="quarter" idx="12"/>
          </p:nvPr>
        </p:nvSpPr>
        <p:spPr/>
        <p:txBody>
          <a:bodyPr/>
          <a:lstStyle/>
          <a:p>
            <a:fld id="{33D6E5A2-EC83-451F-A719-9AC1370DD5CF}" type="slidenum">
              <a:rPr lang="en-US" smtClean="0"/>
              <a:pPr/>
              <a:t>50</a:t>
            </a:fld>
            <a:endParaRPr lang="en-US" dirty="0"/>
          </a:p>
        </p:txBody>
      </p:sp>
      <p:pic>
        <p:nvPicPr>
          <p:cNvPr id="5"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550216397"/>
      </p:ext>
    </p:extLst>
  </p:cSld>
  <p:clrMapOvr>
    <a:masterClrMapping/>
  </p:clrMapOvr>
  <p:transition spd="slow">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a:xfrm>
            <a:off x="685800" y="76200"/>
            <a:ext cx="7772400" cy="762000"/>
          </a:xfrm>
          <a:solidFill>
            <a:srgbClr val="00B0F0"/>
          </a:solidFill>
        </p:spPr>
        <p:txBody>
          <a:bodyPr rtlCol="0">
            <a:normAutofit/>
          </a:bodyPr>
          <a:lstStyle/>
          <a:p>
            <a:pPr fontAlgn="auto">
              <a:spcAft>
                <a:spcPts val="0"/>
              </a:spcAft>
              <a:defRPr/>
            </a:pPr>
            <a:r>
              <a:rPr lang="en-US" altLang="en-US" sz="4300" dirty="0">
                <a:solidFill>
                  <a:schemeClr val="bg1"/>
                </a:solidFill>
                <a:ea typeface="+mj-ea"/>
              </a:rPr>
              <a:t>Trace a Program Execution</a:t>
            </a:r>
          </a:p>
        </p:txBody>
      </p:sp>
      <p:sp>
        <p:nvSpPr>
          <p:cNvPr id="291850" name="Rectangle 10"/>
          <p:cNvSpPr>
            <a:spLocks noGrp="1" noChangeArrowheads="1"/>
          </p:cNvSpPr>
          <p:nvPr>
            <p:ph idx="1"/>
          </p:nvPr>
        </p:nvSpPr>
        <p:spPr>
          <a:xfrm>
            <a:off x="304800" y="1905000"/>
            <a:ext cx="4648200" cy="4038600"/>
          </a:xfrm>
          <a:solidFill>
            <a:srgbClr val="0070C0"/>
          </a:solidFill>
        </p:spPr>
        <p:txBody>
          <a:bodyPr rtlCol="0">
            <a:normAutofit lnSpcReduction="10000"/>
          </a:bodyPr>
          <a:lstStyle/>
          <a:p>
            <a:pPr fontAlgn="auto">
              <a:lnSpc>
                <a:spcPct val="80000"/>
              </a:lnSpc>
              <a:buFont typeface="Monotype Sorts" pitchFamily="2" charset="2"/>
              <a:buNone/>
              <a:defRPr/>
            </a:pPr>
            <a:r>
              <a:rPr lang="en-US" altLang="en-US" sz="2400" dirty="0">
                <a:solidFill>
                  <a:schemeClr val="bg2"/>
                </a:solidFill>
                <a:latin typeface="Courier New" pitchFamily="49" charset="0"/>
              </a:rPr>
              <a:t>try {  </a:t>
            </a:r>
          </a:p>
          <a:p>
            <a:pPr fontAlgn="auto">
              <a:lnSpc>
                <a:spcPct val="80000"/>
              </a:lnSpc>
              <a:buFont typeface="Monotype Sorts" pitchFamily="2" charset="2"/>
              <a:buNone/>
              <a:defRPr/>
            </a:pPr>
            <a:r>
              <a:rPr lang="en-US" altLang="en-US" sz="2400" dirty="0">
                <a:solidFill>
                  <a:schemeClr val="bg2"/>
                </a:solidFill>
                <a:latin typeface="Courier New" pitchFamily="49" charset="0"/>
              </a:rPr>
              <a:t>  statements;</a:t>
            </a:r>
          </a:p>
          <a:p>
            <a:pPr fontAlgn="auto">
              <a:lnSpc>
                <a:spcPct val="80000"/>
              </a:lnSpc>
              <a:buFont typeface="Monotype Sorts" pitchFamily="2" charset="2"/>
              <a:buNone/>
              <a:defRPr/>
            </a:pPr>
            <a:r>
              <a:rPr lang="en-US" altLang="en-US" sz="2400" dirty="0">
                <a:solidFill>
                  <a:schemeClr val="bg2"/>
                </a:solidFill>
                <a:latin typeface="Courier New" pitchFamily="49" charset="0"/>
              </a:rPr>
              <a:t>}</a:t>
            </a:r>
          </a:p>
          <a:p>
            <a:pPr fontAlgn="auto">
              <a:lnSpc>
                <a:spcPct val="80000"/>
              </a:lnSpc>
              <a:buFont typeface="Monotype Sorts" pitchFamily="2" charset="2"/>
              <a:buNone/>
              <a:defRPr/>
            </a:pPr>
            <a:r>
              <a:rPr lang="en-US" altLang="en-US" sz="2400" dirty="0">
                <a:solidFill>
                  <a:schemeClr val="bg2"/>
                </a:solidFill>
                <a:latin typeface="Courier New" pitchFamily="49" charset="0"/>
              </a:rPr>
              <a:t>catch(</a:t>
            </a:r>
            <a:r>
              <a:rPr lang="en-US" altLang="en-US" sz="2400" dirty="0" err="1">
                <a:solidFill>
                  <a:schemeClr val="bg2"/>
                </a:solidFill>
                <a:latin typeface="Courier New" pitchFamily="49" charset="0"/>
              </a:rPr>
              <a:t>TheException</a:t>
            </a:r>
            <a:r>
              <a:rPr lang="en-US" altLang="en-US" sz="2400" dirty="0">
                <a:solidFill>
                  <a:schemeClr val="bg2"/>
                </a:solidFill>
                <a:latin typeface="Courier New" pitchFamily="49" charset="0"/>
              </a:rPr>
              <a:t> ex) { </a:t>
            </a:r>
          </a:p>
          <a:p>
            <a:pPr fontAlgn="auto">
              <a:lnSpc>
                <a:spcPct val="80000"/>
              </a:lnSpc>
              <a:buFont typeface="Monotype Sorts" pitchFamily="2" charset="2"/>
              <a:buNone/>
              <a:defRPr/>
            </a:pPr>
            <a:r>
              <a:rPr lang="en-US" altLang="en-US" sz="2400"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sz="2400" dirty="0">
                <a:solidFill>
                  <a:schemeClr val="bg2"/>
                </a:solidFill>
                <a:latin typeface="Courier New" pitchFamily="49" charset="0"/>
              </a:rPr>
              <a:t>}</a:t>
            </a:r>
          </a:p>
          <a:p>
            <a:pPr fontAlgn="auto">
              <a:lnSpc>
                <a:spcPct val="80000"/>
              </a:lnSpc>
              <a:buFont typeface="Monotype Sorts" pitchFamily="2" charset="2"/>
              <a:buNone/>
              <a:defRPr/>
            </a:pPr>
            <a:r>
              <a:rPr lang="en-US" altLang="en-US" sz="2400" dirty="0">
                <a:solidFill>
                  <a:schemeClr val="bg2"/>
                </a:solidFill>
                <a:latin typeface="Courier New" pitchFamily="49" charset="0"/>
              </a:rPr>
              <a:t>finally { </a:t>
            </a:r>
          </a:p>
          <a:p>
            <a:pPr fontAlgn="auto">
              <a:lnSpc>
                <a:spcPct val="80000"/>
              </a:lnSpc>
              <a:buFont typeface="Monotype Sorts" pitchFamily="2" charset="2"/>
              <a:buNone/>
              <a:defRPr/>
            </a:pPr>
            <a:r>
              <a:rPr lang="en-US" altLang="en-US" sz="2400" dirty="0">
                <a:solidFill>
                  <a:schemeClr val="bg2"/>
                </a:solidFill>
                <a:latin typeface="Courier New" pitchFamily="49" charset="0"/>
              </a:rPr>
              <a:t>  </a:t>
            </a:r>
            <a:r>
              <a:rPr lang="en-US" altLang="en-US" sz="2400" dirty="0" err="1">
                <a:solidFill>
                  <a:schemeClr val="bg2"/>
                </a:solidFill>
                <a:latin typeface="Courier New" pitchFamily="49" charset="0"/>
              </a:rPr>
              <a:t>finalStatements</a:t>
            </a:r>
            <a:r>
              <a:rPr lang="en-US" altLang="en-US" sz="2400" dirty="0">
                <a:solidFill>
                  <a:schemeClr val="bg2"/>
                </a:solidFill>
                <a:latin typeface="Courier New" pitchFamily="49" charset="0"/>
              </a:rPr>
              <a:t>; </a:t>
            </a:r>
          </a:p>
          <a:p>
            <a:pPr fontAlgn="auto">
              <a:lnSpc>
                <a:spcPct val="80000"/>
              </a:lnSpc>
              <a:buFont typeface="Monotype Sorts" pitchFamily="2" charset="2"/>
              <a:buNone/>
              <a:defRPr/>
            </a:pPr>
            <a:r>
              <a:rPr lang="en-US" altLang="en-US" sz="2400" dirty="0">
                <a:solidFill>
                  <a:schemeClr val="bg2"/>
                </a:solidFill>
                <a:latin typeface="Courier New" pitchFamily="49" charset="0"/>
              </a:rPr>
              <a:t>}</a:t>
            </a:r>
          </a:p>
          <a:p>
            <a:pPr fontAlgn="auto">
              <a:lnSpc>
                <a:spcPct val="80000"/>
              </a:lnSpc>
              <a:buFont typeface="Monotype Sorts" pitchFamily="2" charset="2"/>
              <a:buNone/>
              <a:defRPr/>
            </a:pPr>
            <a:endParaRPr lang="en-US" altLang="en-US" sz="2400" dirty="0">
              <a:solidFill>
                <a:schemeClr val="bg2"/>
              </a:solidFill>
              <a:latin typeface="Courier New" pitchFamily="49" charset="0"/>
            </a:endParaRPr>
          </a:p>
          <a:p>
            <a:pPr fontAlgn="auto">
              <a:lnSpc>
                <a:spcPct val="80000"/>
              </a:lnSpc>
              <a:buFont typeface="Monotype Sorts" pitchFamily="2" charset="2"/>
              <a:buNone/>
              <a:defRPr/>
            </a:pPr>
            <a:r>
              <a:rPr lang="en-US" altLang="en-US" sz="2400" dirty="0">
                <a:solidFill>
                  <a:schemeClr val="bg2"/>
                </a:solidFill>
                <a:latin typeface="Courier New" pitchFamily="49" charset="0"/>
              </a:rPr>
              <a:t>Next statement;</a:t>
            </a:r>
          </a:p>
        </p:txBody>
      </p:sp>
      <p:sp>
        <p:nvSpPr>
          <p:cNvPr id="37892" name="Rectangle 8"/>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37893" name="Rectangle 6"/>
          <p:cNvSpPr>
            <a:spLocks noChangeArrowheads="1"/>
          </p:cNvSpPr>
          <p:nvPr/>
        </p:nvSpPr>
        <p:spPr bwMode="auto">
          <a:xfrm>
            <a:off x="609600" y="2286000"/>
            <a:ext cx="2819400" cy="3048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91847" name="AutoShape 7"/>
          <p:cNvSpPr>
            <a:spLocks noChangeArrowheads="1"/>
          </p:cNvSpPr>
          <p:nvPr/>
        </p:nvSpPr>
        <p:spPr bwMode="auto">
          <a:xfrm>
            <a:off x="5715000" y="893763"/>
            <a:ext cx="2927350" cy="1087437"/>
          </a:xfrm>
          <a:prstGeom prst="wedgeRoundRectCallout">
            <a:avLst>
              <a:gd name="adj1" fmla="val -145120"/>
              <a:gd name="adj2" fmla="val 88833"/>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Suppose no exceptions in the statements</a:t>
            </a:r>
          </a:p>
        </p:txBody>
      </p:sp>
      <p:sp>
        <p:nvSpPr>
          <p:cNvPr id="2" name="Slide Number Placeholder 1"/>
          <p:cNvSpPr>
            <a:spLocks noGrp="1"/>
          </p:cNvSpPr>
          <p:nvPr>
            <p:ph type="sldNum" sz="quarter" idx="12"/>
          </p:nvPr>
        </p:nvSpPr>
        <p:spPr/>
        <p:txBody>
          <a:bodyPr/>
          <a:lstStyle/>
          <a:p>
            <a:fld id="{33D6E5A2-EC83-451F-A719-9AC1370DD5CF}" type="slidenum">
              <a:rPr lang="en-US" smtClean="0"/>
              <a:pPr/>
              <a:t>51</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31388492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1847"/>
                                        </p:tgtEl>
                                        <p:attrNameLst>
                                          <p:attrName>style.visibility</p:attrName>
                                        </p:attrNameLst>
                                      </p:cBhvr>
                                      <p:to>
                                        <p:strVal val="visible"/>
                                      </p:to>
                                    </p:set>
                                    <p:anim calcmode="lin" valueType="num">
                                      <p:cBhvr additive="base">
                                        <p:cTn id="7" dur="500" fill="hold"/>
                                        <p:tgtEl>
                                          <p:spTgt spid="291847"/>
                                        </p:tgtEl>
                                        <p:attrNameLst>
                                          <p:attrName>ppt_x</p:attrName>
                                        </p:attrNameLst>
                                      </p:cBhvr>
                                      <p:tavLst>
                                        <p:tav tm="0">
                                          <p:val>
                                            <p:strVal val="0-#ppt_w/2"/>
                                          </p:val>
                                        </p:tav>
                                        <p:tav tm="100000">
                                          <p:val>
                                            <p:strVal val="#ppt_x"/>
                                          </p:val>
                                        </p:tav>
                                      </p:tavLst>
                                    </p:anim>
                                    <p:anim calcmode="lin" valueType="num">
                                      <p:cBhvr additive="base">
                                        <p:cTn id="8" dur="500" fill="hold"/>
                                        <p:tgtEl>
                                          <p:spTgt spid="2918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685800" y="190500"/>
            <a:ext cx="7772400" cy="647700"/>
          </a:xfrm>
          <a:solidFill>
            <a:srgbClr val="00B0F0"/>
          </a:solidFill>
        </p:spPr>
        <p:txBody>
          <a:bodyPr rtlCol="0">
            <a:normAutofit fontScale="90000"/>
          </a:bodyPr>
          <a:lstStyle/>
          <a:p>
            <a:pPr fontAlgn="auto">
              <a:spcAft>
                <a:spcPts val="0"/>
              </a:spcAft>
              <a:defRPr/>
            </a:pPr>
            <a:r>
              <a:rPr lang="en-US" altLang="en-US" sz="4300" dirty="0">
                <a:solidFill>
                  <a:schemeClr val="bg1"/>
                </a:solidFill>
                <a:ea typeface="+mj-ea"/>
              </a:rPr>
              <a:t>Trace a Program Execution</a:t>
            </a:r>
          </a:p>
        </p:txBody>
      </p:sp>
      <p:sp>
        <p:nvSpPr>
          <p:cNvPr id="292868" name="Rectangle 4"/>
          <p:cNvSpPr>
            <a:spLocks noGrp="1" noChangeArrowheads="1"/>
          </p:cNvSpPr>
          <p:nvPr>
            <p:ph idx="1"/>
          </p:nvPr>
        </p:nvSpPr>
        <p:spPr>
          <a:xfrm>
            <a:off x="304800" y="1905000"/>
            <a:ext cx="4648200" cy="4038600"/>
          </a:xfrm>
          <a:solidFill>
            <a:srgbClr val="0070C0"/>
          </a:solidFill>
        </p:spPr>
        <p:txBody>
          <a:bodyPr rtlCol="0">
            <a:normAutofit lnSpcReduction="10000"/>
          </a:bodyPr>
          <a:lstStyle/>
          <a:p>
            <a:pPr fontAlgn="auto">
              <a:lnSpc>
                <a:spcPct val="80000"/>
              </a:lnSpc>
              <a:buFont typeface="Monotype Sorts" pitchFamily="2" charset="2"/>
              <a:buNone/>
              <a:defRPr/>
            </a:pPr>
            <a:r>
              <a:rPr lang="en-US" altLang="en-US" sz="2400" dirty="0">
                <a:solidFill>
                  <a:schemeClr val="bg2"/>
                </a:solidFill>
                <a:latin typeface="Courier New" pitchFamily="49" charset="0"/>
              </a:rPr>
              <a:t>try {  </a:t>
            </a:r>
          </a:p>
          <a:p>
            <a:pPr fontAlgn="auto">
              <a:lnSpc>
                <a:spcPct val="80000"/>
              </a:lnSpc>
              <a:buFont typeface="Monotype Sorts" pitchFamily="2" charset="2"/>
              <a:buNone/>
              <a:defRPr/>
            </a:pPr>
            <a:r>
              <a:rPr lang="en-US" altLang="en-US" sz="2400" dirty="0">
                <a:solidFill>
                  <a:schemeClr val="bg2"/>
                </a:solidFill>
                <a:latin typeface="Courier New" pitchFamily="49" charset="0"/>
              </a:rPr>
              <a:t>  statements;</a:t>
            </a:r>
          </a:p>
          <a:p>
            <a:pPr fontAlgn="auto">
              <a:lnSpc>
                <a:spcPct val="80000"/>
              </a:lnSpc>
              <a:buFont typeface="Monotype Sorts" pitchFamily="2" charset="2"/>
              <a:buNone/>
              <a:defRPr/>
            </a:pPr>
            <a:r>
              <a:rPr lang="en-US" altLang="en-US" sz="2400" dirty="0">
                <a:solidFill>
                  <a:schemeClr val="bg2"/>
                </a:solidFill>
                <a:latin typeface="Courier New" pitchFamily="49" charset="0"/>
              </a:rPr>
              <a:t>}</a:t>
            </a:r>
          </a:p>
          <a:p>
            <a:pPr fontAlgn="auto">
              <a:lnSpc>
                <a:spcPct val="80000"/>
              </a:lnSpc>
              <a:buFont typeface="Monotype Sorts" pitchFamily="2" charset="2"/>
              <a:buNone/>
              <a:defRPr/>
            </a:pPr>
            <a:r>
              <a:rPr lang="en-US" altLang="en-US" sz="2400" dirty="0">
                <a:solidFill>
                  <a:schemeClr val="bg2"/>
                </a:solidFill>
                <a:latin typeface="Courier New" pitchFamily="49" charset="0"/>
              </a:rPr>
              <a:t>catch(</a:t>
            </a:r>
            <a:r>
              <a:rPr lang="en-US" altLang="en-US" sz="2400" dirty="0" err="1">
                <a:solidFill>
                  <a:schemeClr val="bg2"/>
                </a:solidFill>
                <a:latin typeface="Courier New" pitchFamily="49" charset="0"/>
              </a:rPr>
              <a:t>TheException</a:t>
            </a:r>
            <a:r>
              <a:rPr lang="en-US" altLang="en-US" sz="2400" dirty="0">
                <a:solidFill>
                  <a:schemeClr val="bg2"/>
                </a:solidFill>
                <a:latin typeface="Courier New" pitchFamily="49" charset="0"/>
              </a:rPr>
              <a:t> ex) { </a:t>
            </a:r>
          </a:p>
          <a:p>
            <a:pPr fontAlgn="auto">
              <a:lnSpc>
                <a:spcPct val="80000"/>
              </a:lnSpc>
              <a:buFont typeface="Monotype Sorts" pitchFamily="2" charset="2"/>
              <a:buNone/>
              <a:defRPr/>
            </a:pPr>
            <a:r>
              <a:rPr lang="en-US" altLang="en-US" sz="2400"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sz="2400" dirty="0">
                <a:solidFill>
                  <a:schemeClr val="bg2"/>
                </a:solidFill>
                <a:latin typeface="Courier New" pitchFamily="49" charset="0"/>
              </a:rPr>
              <a:t>}</a:t>
            </a:r>
          </a:p>
          <a:p>
            <a:pPr fontAlgn="auto">
              <a:lnSpc>
                <a:spcPct val="80000"/>
              </a:lnSpc>
              <a:buFont typeface="Monotype Sorts" pitchFamily="2" charset="2"/>
              <a:buNone/>
              <a:defRPr/>
            </a:pPr>
            <a:r>
              <a:rPr lang="en-US" altLang="en-US" sz="2400" dirty="0">
                <a:solidFill>
                  <a:schemeClr val="bg2"/>
                </a:solidFill>
                <a:latin typeface="Courier New" pitchFamily="49" charset="0"/>
              </a:rPr>
              <a:t>finally { </a:t>
            </a:r>
          </a:p>
          <a:p>
            <a:pPr fontAlgn="auto">
              <a:lnSpc>
                <a:spcPct val="80000"/>
              </a:lnSpc>
              <a:buFont typeface="Monotype Sorts" pitchFamily="2" charset="2"/>
              <a:buNone/>
              <a:defRPr/>
            </a:pPr>
            <a:r>
              <a:rPr lang="en-US" altLang="en-US" sz="2400" dirty="0">
                <a:solidFill>
                  <a:schemeClr val="bg2"/>
                </a:solidFill>
                <a:latin typeface="Courier New" pitchFamily="49" charset="0"/>
              </a:rPr>
              <a:t>  </a:t>
            </a:r>
            <a:r>
              <a:rPr lang="en-US" altLang="en-US" sz="2400" dirty="0" err="1">
                <a:solidFill>
                  <a:schemeClr val="bg2"/>
                </a:solidFill>
                <a:latin typeface="Courier New" pitchFamily="49" charset="0"/>
              </a:rPr>
              <a:t>finalStatements</a:t>
            </a:r>
            <a:r>
              <a:rPr lang="en-US" altLang="en-US" sz="2400" dirty="0">
                <a:solidFill>
                  <a:schemeClr val="bg2"/>
                </a:solidFill>
                <a:latin typeface="Courier New" pitchFamily="49" charset="0"/>
              </a:rPr>
              <a:t>; </a:t>
            </a:r>
          </a:p>
          <a:p>
            <a:pPr fontAlgn="auto">
              <a:lnSpc>
                <a:spcPct val="80000"/>
              </a:lnSpc>
              <a:buFont typeface="Monotype Sorts" pitchFamily="2" charset="2"/>
              <a:buNone/>
              <a:defRPr/>
            </a:pPr>
            <a:r>
              <a:rPr lang="en-US" altLang="en-US" sz="2400" dirty="0">
                <a:solidFill>
                  <a:schemeClr val="bg2"/>
                </a:solidFill>
                <a:latin typeface="Courier New" pitchFamily="49" charset="0"/>
              </a:rPr>
              <a:t>}</a:t>
            </a:r>
          </a:p>
          <a:p>
            <a:pPr fontAlgn="auto">
              <a:lnSpc>
                <a:spcPct val="80000"/>
              </a:lnSpc>
              <a:buFont typeface="Monotype Sorts" pitchFamily="2" charset="2"/>
              <a:buNone/>
              <a:defRPr/>
            </a:pPr>
            <a:endParaRPr lang="en-US" altLang="en-US" sz="2400" dirty="0">
              <a:solidFill>
                <a:schemeClr val="bg2"/>
              </a:solidFill>
              <a:latin typeface="Courier New" pitchFamily="49" charset="0"/>
            </a:endParaRPr>
          </a:p>
          <a:p>
            <a:pPr fontAlgn="auto">
              <a:lnSpc>
                <a:spcPct val="80000"/>
              </a:lnSpc>
              <a:buFont typeface="Monotype Sorts" pitchFamily="2" charset="2"/>
              <a:buNone/>
              <a:defRPr/>
            </a:pPr>
            <a:r>
              <a:rPr lang="en-US" altLang="en-US" sz="2400" dirty="0">
                <a:solidFill>
                  <a:schemeClr val="bg2"/>
                </a:solidFill>
                <a:latin typeface="Courier New" pitchFamily="49" charset="0"/>
              </a:rPr>
              <a:t>Next statement;</a:t>
            </a:r>
          </a:p>
        </p:txBody>
      </p:sp>
      <p:sp>
        <p:nvSpPr>
          <p:cNvPr id="38916"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292870" name="AutoShape 6"/>
          <p:cNvSpPr>
            <a:spLocks noChangeArrowheads="1"/>
          </p:cNvSpPr>
          <p:nvPr/>
        </p:nvSpPr>
        <p:spPr bwMode="auto">
          <a:xfrm>
            <a:off x="5715000" y="1447800"/>
            <a:ext cx="2927350" cy="1087438"/>
          </a:xfrm>
          <a:prstGeom prst="wedgeRoundRectCallout">
            <a:avLst>
              <a:gd name="adj1" fmla="val -124185"/>
              <a:gd name="adj2" fmla="val 234671"/>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The final block is always executed</a:t>
            </a:r>
          </a:p>
        </p:txBody>
      </p:sp>
      <p:sp>
        <p:nvSpPr>
          <p:cNvPr id="38918" name="Rectangle 7"/>
          <p:cNvSpPr>
            <a:spLocks noChangeArrowheads="1"/>
          </p:cNvSpPr>
          <p:nvPr/>
        </p:nvSpPr>
        <p:spPr bwMode="auto">
          <a:xfrm>
            <a:off x="762000" y="4495800"/>
            <a:ext cx="3124200" cy="3048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 name="Slide Number Placeholder 1"/>
          <p:cNvSpPr>
            <a:spLocks noGrp="1"/>
          </p:cNvSpPr>
          <p:nvPr>
            <p:ph type="sldNum" sz="quarter" idx="12"/>
          </p:nvPr>
        </p:nvSpPr>
        <p:spPr/>
        <p:txBody>
          <a:bodyPr/>
          <a:lstStyle/>
          <a:p>
            <a:fld id="{33D6E5A2-EC83-451F-A719-9AC1370DD5CF}" type="slidenum">
              <a:rPr lang="en-US" smtClean="0"/>
              <a:pPr/>
              <a:t>52</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31432575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2870"/>
                                        </p:tgtEl>
                                        <p:attrNameLst>
                                          <p:attrName>style.visibility</p:attrName>
                                        </p:attrNameLst>
                                      </p:cBhvr>
                                      <p:to>
                                        <p:strVal val="visible"/>
                                      </p:to>
                                    </p:set>
                                    <p:anim calcmode="lin" valueType="num">
                                      <p:cBhvr additive="base">
                                        <p:cTn id="7" dur="500" fill="hold"/>
                                        <p:tgtEl>
                                          <p:spTgt spid="292870"/>
                                        </p:tgtEl>
                                        <p:attrNameLst>
                                          <p:attrName>ppt_x</p:attrName>
                                        </p:attrNameLst>
                                      </p:cBhvr>
                                      <p:tavLst>
                                        <p:tav tm="0">
                                          <p:val>
                                            <p:strVal val="0-#ppt_w/2"/>
                                          </p:val>
                                        </p:tav>
                                        <p:tav tm="100000">
                                          <p:val>
                                            <p:strVal val="#ppt_x"/>
                                          </p:val>
                                        </p:tav>
                                      </p:tavLst>
                                    </p:anim>
                                    <p:anim calcmode="lin" valueType="num">
                                      <p:cBhvr additive="base">
                                        <p:cTn id="8" dur="500" fill="hold"/>
                                        <p:tgtEl>
                                          <p:spTgt spid="2928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7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a:xfrm>
            <a:off x="685800" y="304800"/>
            <a:ext cx="7772400" cy="533400"/>
          </a:xfrm>
          <a:solidFill>
            <a:srgbClr val="00B0F0"/>
          </a:solidFill>
        </p:spPr>
        <p:txBody>
          <a:bodyPr rtlCol="0">
            <a:normAutofit fontScale="90000"/>
          </a:bodyPr>
          <a:lstStyle/>
          <a:p>
            <a:pPr fontAlgn="auto">
              <a:spcAft>
                <a:spcPts val="0"/>
              </a:spcAft>
              <a:defRPr/>
            </a:pPr>
            <a:r>
              <a:rPr lang="en-US" altLang="en-US" sz="4300" dirty="0">
                <a:solidFill>
                  <a:schemeClr val="bg1"/>
                </a:solidFill>
                <a:ea typeface="+mj-ea"/>
              </a:rPr>
              <a:t>Trace a Program Execution</a:t>
            </a:r>
          </a:p>
        </p:txBody>
      </p:sp>
      <p:sp>
        <p:nvSpPr>
          <p:cNvPr id="293892" name="Rectangle 4"/>
          <p:cNvSpPr>
            <a:spLocks noGrp="1" noChangeArrowheads="1"/>
          </p:cNvSpPr>
          <p:nvPr>
            <p:ph idx="1"/>
          </p:nvPr>
        </p:nvSpPr>
        <p:spPr>
          <a:xfrm>
            <a:off x="304800" y="1905000"/>
            <a:ext cx="4648200" cy="4038600"/>
          </a:xfrm>
          <a:solidFill>
            <a:srgbClr val="0070C0"/>
          </a:solidFill>
        </p:spPr>
        <p:txBody>
          <a:bodyPr rtlCol="0">
            <a:normAutofit lnSpcReduction="10000"/>
          </a:bodyPr>
          <a:lstStyle/>
          <a:p>
            <a:pPr fontAlgn="auto">
              <a:lnSpc>
                <a:spcPct val="80000"/>
              </a:lnSpc>
              <a:buFont typeface="Monotype Sorts" pitchFamily="2" charset="2"/>
              <a:buNone/>
              <a:defRPr/>
            </a:pPr>
            <a:r>
              <a:rPr lang="en-US" altLang="en-US" sz="2400" dirty="0">
                <a:solidFill>
                  <a:schemeClr val="bg2"/>
                </a:solidFill>
                <a:latin typeface="Courier New" pitchFamily="49" charset="0"/>
              </a:rPr>
              <a:t>try {  </a:t>
            </a:r>
          </a:p>
          <a:p>
            <a:pPr fontAlgn="auto">
              <a:lnSpc>
                <a:spcPct val="80000"/>
              </a:lnSpc>
              <a:buFont typeface="Monotype Sorts" pitchFamily="2" charset="2"/>
              <a:buNone/>
              <a:defRPr/>
            </a:pPr>
            <a:r>
              <a:rPr lang="en-US" altLang="en-US" sz="2400" dirty="0">
                <a:solidFill>
                  <a:schemeClr val="bg2"/>
                </a:solidFill>
                <a:latin typeface="Courier New" pitchFamily="49" charset="0"/>
              </a:rPr>
              <a:t>  statements;</a:t>
            </a:r>
          </a:p>
          <a:p>
            <a:pPr fontAlgn="auto">
              <a:lnSpc>
                <a:spcPct val="80000"/>
              </a:lnSpc>
              <a:buFont typeface="Monotype Sorts" pitchFamily="2" charset="2"/>
              <a:buNone/>
              <a:defRPr/>
            </a:pPr>
            <a:r>
              <a:rPr lang="en-US" altLang="en-US" sz="2400" dirty="0">
                <a:solidFill>
                  <a:schemeClr val="bg2"/>
                </a:solidFill>
                <a:latin typeface="Courier New" pitchFamily="49" charset="0"/>
              </a:rPr>
              <a:t>}</a:t>
            </a:r>
          </a:p>
          <a:p>
            <a:pPr fontAlgn="auto">
              <a:lnSpc>
                <a:spcPct val="80000"/>
              </a:lnSpc>
              <a:buFont typeface="Monotype Sorts" pitchFamily="2" charset="2"/>
              <a:buNone/>
              <a:defRPr/>
            </a:pPr>
            <a:r>
              <a:rPr lang="en-US" altLang="en-US" sz="2400" dirty="0">
                <a:solidFill>
                  <a:schemeClr val="bg2"/>
                </a:solidFill>
                <a:latin typeface="Courier New" pitchFamily="49" charset="0"/>
              </a:rPr>
              <a:t>catch(</a:t>
            </a:r>
            <a:r>
              <a:rPr lang="en-US" altLang="en-US" sz="2400" dirty="0" err="1">
                <a:solidFill>
                  <a:schemeClr val="bg2"/>
                </a:solidFill>
                <a:latin typeface="Courier New" pitchFamily="49" charset="0"/>
              </a:rPr>
              <a:t>TheException</a:t>
            </a:r>
            <a:r>
              <a:rPr lang="en-US" altLang="en-US" sz="2400" dirty="0">
                <a:solidFill>
                  <a:schemeClr val="bg2"/>
                </a:solidFill>
                <a:latin typeface="Courier New" pitchFamily="49" charset="0"/>
              </a:rPr>
              <a:t> ex) { </a:t>
            </a:r>
          </a:p>
          <a:p>
            <a:pPr fontAlgn="auto">
              <a:lnSpc>
                <a:spcPct val="80000"/>
              </a:lnSpc>
              <a:buFont typeface="Monotype Sorts" pitchFamily="2" charset="2"/>
              <a:buNone/>
              <a:defRPr/>
            </a:pPr>
            <a:r>
              <a:rPr lang="en-US" altLang="en-US" sz="2400"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sz="2400" dirty="0">
                <a:solidFill>
                  <a:schemeClr val="bg2"/>
                </a:solidFill>
                <a:latin typeface="Courier New" pitchFamily="49" charset="0"/>
              </a:rPr>
              <a:t>}</a:t>
            </a:r>
          </a:p>
          <a:p>
            <a:pPr fontAlgn="auto">
              <a:lnSpc>
                <a:spcPct val="80000"/>
              </a:lnSpc>
              <a:buFont typeface="Monotype Sorts" pitchFamily="2" charset="2"/>
              <a:buNone/>
              <a:defRPr/>
            </a:pPr>
            <a:r>
              <a:rPr lang="en-US" altLang="en-US" sz="2400" dirty="0">
                <a:solidFill>
                  <a:schemeClr val="bg2"/>
                </a:solidFill>
                <a:latin typeface="Courier New" pitchFamily="49" charset="0"/>
              </a:rPr>
              <a:t>finally { </a:t>
            </a:r>
          </a:p>
          <a:p>
            <a:pPr fontAlgn="auto">
              <a:lnSpc>
                <a:spcPct val="80000"/>
              </a:lnSpc>
              <a:buFont typeface="Monotype Sorts" pitchFamily="2" charset="2"/>
              <a:buNone/>
              <a:defRPr/>
            </a:pPr>
            <a:r>
              <a:rPr lang="en-US" altLang="en-US" sz="2400" dirty="0">
                <a:solidFill>
                  <a:schemeClr val="bg2"/>
                </a:solidFill>
                <a:latin typeface="Courier New" pitchFamily="49" charset="0"/>
              </a:rPr>
              <a:t>  </a:t>
            </a:r>
            <a:r>
              <a:rPr lang="en-US" altLang="en-US" sz="2400" dirty="0" err="1">
                <a:solidFill>
                  <a:schemeClr val="bg2"/>
                </a:solidFill>
                <a:latin typeface="Courier New" pitchFamily="49" charset="0"/>
              </a:rPr>
              <a:t>finalStatements</a:t>
            </a:r>
            <a:r>
              <a:rPr lang="en-US" altLang="en-US" sz="2400" dirty="0">
                <a:solidFill>
                  <a:schemeClr val="bg2"/>
                </a:solidFill>
                <a:latin typeface="Courier New" pitchFamily="49" charset="0"/>
              </a:rPr>
              <a:t>; </a:t>
            </a:r>
          </a:p>
          <a:p>
            <a:pPr fontAlgn="auto">
              <a:lnSpc>
                <a:spcPct val="80000"/>
              </a:lnSpc>
              <a:buFont typeface="Monotype Sorts" pitchFamily="2" charset="2"/>
              <a:buNone/>
              <a:defRPr/>
            </a:pPr>
            <a:r>
              <a:rPr lang="en-US" altLang="en-US" sz="2400" dirty="0">
                <a:solidFill>
                  <a:schemeClr val="bg2"/>
                </a:solidFill>
                <a:latin typeface="Courier New" pitchFamily="49" charset="0"/>
              </a:rPr>
              <a:t>}</a:t>
            </a:r>
          </a:p>
          <a:p>
            <a:pPr fontAlgn="auto">
              <a:lnSpc>
                <a:spcPct val="80000"/>
              </a:lnSpc>
              <a:buFont typeface="Monotype Sorts" pitchFamily="2" charset="2"/>
              <a:buNone/>
              <a:defRPr/>
            </a:pPr>
            <a:endParaRPr lang="en-US" altLang="en-US" sz="2400" dirty="0">
              <a:solidFill>
                <a:schemeClr val="bg2"/>
              </a:solidFill>
              <a:latin typeface="Courier New" pitchFamily="49" charset="0"/>
            </a:endParaRPr>
          </a:p>
          <a:p>
            <a:pPr fontAlgn="auto">
              <a:lnSpc>
                <a:spcPct val="80000"/>
              </a:lnSpc>
              <a:buFont typeface="Monotype Sorts" pitchFamily="2" charset="2"/>
              <a:buNone/>
              <a:defRPr/>
            </a:pPr>
            <a:r>
              <a:rPr lang="en-US" altLang="en-US" sz="2400" dirty="0">
                <a:solidFill>
                  <a:schemeClr val="bg2"/>
                </a:solidFill>
                <a:latin typeface="Courier New" pitchFamily="49" charset="0"/>
              </a:rPr>
              <a:t>Next statement;</a:t>
            </a:r>
          </a:p>
        </p:txBody>
      </p:sp>
      <p:sp>
        <p:nvSpPr>
          <p:cNvPr id="39940"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293893" name="AutoShape 5"/>
          <p:cNvSpPr>
            <a:spLocks noChangeArrowheads="1"/>
          </p:cNvSpPr>
          <p:nvPr/>
        </p:nvSpPr>
        <p:spPr bwMode="auto">
          <a:xfrm>
            <a:off x="5715000" y="1447800"/>
            <a:ext cx="2927350" cy="1087438"/>
          </a:xfrm>
          <a:prstGeom prst="wedgeRoundRectCallout">
            <a:avLst>
              <a:gd name="adj1" fmla="val -127171"/>
              <a:gd name="adj2" fmla="val 325912"/>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Next statement in the method is executed</a:t>
            </a:r>
          </a:p>
        </p:txBody>
      </p:sp>
      <p:sp>
        <p:nvSpPr>
          <p:cNvPr id="39942" name="Rectangle 6"/>
          <p:cNvSpPr>
            <a:spLocks noChangeArrowheads="1"/>
          </p:cNvSpPr>
          <p:nvPr/>
        </p:nvSpPr>
        <p:spPr bwMode="auto">
          <a:xfrm>
            <a:off x="381000" y="5562600"/>
            <a:ext cx="3124200" cy="3048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 name="Slide Number Placeholder 1"/>
          <p:cNvSpPr>
            <a:spLocks noGrp="1"/>
          </p:cNvSpPr>
          <p:nvPr>
            <p:ph type="sldNum" sz="quarter" idx="12"/>
          </p:nvPr>
        </p:nvSpPr>
        <p:spPr/>
        <p:txBody>
          <a:bodyPr/>
          <a:lstStyle/>
          <a:p>
            <a:fld id="{33D6E5A2-EC83-451F-A719-9AC1370DD5CF}" type="slidenum">
              <a:rPr lang="en-US" smtClean="0"/>
              <a:pPr/>
              <a:t>53</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17139600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3893"/>
                                        </p:tgtEl>
                                        <p:attrNameLst>
                                          <p:attrName>style.visibility</p:attrName>
                                        </p:attrNameLst>
                                      </p:cBhvr>
                                      <p:to>
                                        <p:strVal val="visible"/>
                                      </p:to>
                                    </p:set>
                                    <p:anim calcmode="lin" valueType="num">
                                      <p:cBhvr additive="base">
                                        <p:cTn id="7" dur="500" fill="hold"/>
                                        <p:tgtEl>
                                          <p:spTgt spid="293893"/>
                                        </p:tgtEl>
                                        <p:attrNameLst>
                                          <p:attrName>ppt_x</p:attrName>
                                        </p:attrNameLst>
                                      </p:cBhvr>
                                      <p:tavLst>
                                        <p:tav tm="0">
                                          <p:val>
                                            <p:strVal val="0-#ppt_w/2"/>
                                          </p:val>
                                        </p:tav>
                                        <p:tav tm="100000">
                                          <p:val>
                                            <p:strVal val="#ppt_x"/>
                                          </p:val>
                                        </p:tav>
                                      </p:tavLst>
                                    </p:anim>
                                    <p:anim calcmode="lin" valueType="num">
                                      <p:cBhvr additive="base">
                                        <p:cTn id="8" dur="500" fill="hold"/>
                                        <p:tgtEl>
                                          <p:spTgt spid="2938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a:xfrm>
            <a:off x="685800" y="304800"/>
            <a:ext cx="7772400" cy="533400"/>
          </a:xfrm>
          <a:solidFill>
            <a:srgbClr val="00B0F0"/>
          </a:solidFill>
        </p:spPr>
        <p:txBody>
          <a:bodyPr rtlCol="0">
            <a:normAutofit fontScale="90000"/>
          </a:bodyPr>
          <a:lstStyle/>
          <a:p>
            <a:pPr fontAlgn="auto">
              <a:spcAft>
                <a:spcPts val="0"/>
              </a:spcAft>
              <a:defRPr/>
            </a:pPr>
            <a:r>
              <a:rPr lang="en-US" altLang="en-US" sz="4300" dirty="0">
                <a:solidFill>
                  <a:schemeClr val="bg1"/>
                </a:solidFill>
                <a:ea typeface="+mj-ea"/>
              </a:rPr>
              <a:t>Trace a Program Execution</a:t>
            </a:r>
          </a:p>
        </p:txBody>
      </p:sp>
      <p:sp>
        <p:nvSpPr>
          <p:cNvPr id="294916" name="Rectangle 4"/>
          <p:cNvSpPr>
            <a:spLocks noGrp="1" noChangeArrowheads="1"/>
          </p:cNvSpPr>
          <p:nvPr>
            <p:ph idx="1"/>
          </p:nvPr>
        </p:nvSpPr>
        <p:spPr>
          <a:xfrm>
            <a:off x="304800" y="1447800"/>
            <a:ext cx="4648200" cy="4495800"/>
          </a:xfrm>
          <a:solidFill>
            <a:srgbClr val="0070C0"/>
          </a:solidFill>
        </p:spPr>
        <p:txBody>
          <a:bodyPr rtlCol="0">
            <a:normAutofit/>
          </a:bodyPr>
          <a:lstStyle/>
          <a:p>
            <a:pPr fontAlgn="auto">
              <a:lnSpc>
                <a:spcPct val="80000"/>
              </a:lnSpc>
              <a:buFont typeface="Monotype Sorts" pitchFamily="2" charset="2"/>
              <a:buNone/>
              <a:defRPr/>
            </a:pPr>
            <a:r>
              <a:rPr lang="en-US" altLang="en-US" sz="2000">
                <a:solidFill>
                  <a:schemeClr val="bg2"/>
                </a:solidFill>
                <a:latin typeface="Courier New" pitchFamily="49" charset="0"/>
              </a:rPr>
              <a:t>try {  </a:t>
            </a:r>
          </a:p>
          <a:p>
            <a:pPr fontAlgn="auto">
              <a:lnSpc>
                <a:spcPct val="80000"/>
              </a:lnSpc>
              <a:buFont typeface="Monotype Sorts" pitchFamily="2" charset="2"/>
              <a:buNone/>
              <a:defRPr/>
            </a:pPr>
            <a:r>
              <a:rPr lang="en-US" altLang="en-US" sz="2000">
                <a:solidFill>
                  <a:schemeClr val="bg2"/>
                </a:solidFill>
                <a:latin typeface="Courier New" pitchFamily="49" charset="0"/>
              </a:rPr>
              <a:t>  statement1;</a:t>
            </a:r>
          </a:p>
          <a:p>
            <a:pPr fontAlgn="auto">
              <a:lnSpc>
                <a:spcPct val="80000"/>
              </a:lnSpc>
              <a:buFont typeface="Monotype Sorts" pitchFamily="2" charset="2"/>
              <a:buNone/>
              <a:defRPr/>
            </a:pPr>
            <a:r>
              <a:rPr lang="en-US" altLang="en-US" sz="2000">
                <a:solidFill>
                  <a:schemeClr val="bg2"/>
                </a:solidFill>
                <a:latin typeface="Courier New" pitchFamily="49" charset="0"/>
              </a:rPr>
              <a:t>  statement2;</a:t>
            </a:r>
          </a:p>
          <a:p>
            <a:pPr fontAlgn="auto">
              <a:lnSpc>
                <a:spcPct val="80000"/>
              </a:lnSpc>
              <a:buFont typeface="Monotype Sorts" pitchFamily="2" charset="2"/>
              <a:buNone/>
              <a:defRPr/>
            </a:pPr>
            <a:r>
              <a:rPr lang="en-US" altLang="en-US" sz="2000">
                <a:solidFill>
                  <a:schemeClr val="bg2"/>
                </a:solidFill>
                <a:latin typeface="Courier New" pitchFamily="49" charset="0"/>
              </a:rPr>
              <a:t>  statement3;</a:t>
            </a:r>
          </a:p>
          <a:p>
            <a:pPr fontAlgn="auto">
              <a:lnSpc>
                <a:spcPct val="80000"/>
              </a:lnSpc>
              <a:buFont typeface="Monotype Sorts" pitchFamily="2" charset="2"/>
              <a:buNone/>
              <a:defRPr/>
            </a:pPr>
            <a:r>
              <a:rPr lang="en-US" altLang="en-US" sz="2000">
                <a:solidFill>
                  <a:schemeClr val="bg2"/>
                </a:solidFill>
                <a:latin typeface="Courier New" pitchFamily="49" charset="0"/>
              </a:rPr>
              <a:t>}</a:t>
            </a:r>
          </a:p>
          <a:p>
            <a:pPr fontAlgn="auto">
              <a:lnSpc>
                <a:spcPct val="80000"/>
              </a:lnSpc>
              <a:buFont typeface="Monotype Sorts" pitchFamily="2" charset="2"/>
              <a:buNone/>
              <a:defRPr/>
            </a:pPr>
            <a:r>
              <a:rPr lang="en-US" altLang="en-US" sz="2000">
                <a:solidFill>
                  <a:schemeClr val="bg2"/>
                </a:solidFill>
                <a:latin typeface="Courier New" pitchFamily="49" charset="0"/>
              </a:rPr>
              <a:t>catch(Exception1 ex) { </a:t>
            </a:r>
          </a:p>
          <a:p>
            <a:pPr fontAlgn="auto">
              <a:lnSpc>
                <a:spcPct val="80000"/>
              </a:lnSpc>
              <a:buFont typeface="Monotype Sorts" pitchFamily="2" charset="2"/>
              <a:buNone/>
              <a:defRPr/>
            </a:pPr>
            <a:r>
              <a:rPr lang="en-US" altLang="en-US" sz="2000">
                <a:solidFill>
                  <a:schemeClr val="bg2"/>
                </a:solidFill>
                <a:latin typeface="Courier New" pitchFamily="49" charset="0"/>
              </a:rPr>
              <a:t>  handling ex; </a:t>
            </a:r>
          </a:p>
          <a:p>
            <a:pPr fontAlgn="auto">
              <a:lnSpc>
                <a:spcPct val="80000"/>
              </a:lnSpc>
              <a:buFont typeface="Monotype Sorts" pitchFamily="2" charset="2"/>
              <a:buNone/>
              <a:defRPr/>
            </a:pPr>
            <a:r>
              <a:rPr lang="en-US" altLang="en-US" sz="2000">
                <a:solidFill>
                  <a:schemeClr val="bg2"/>
                </a:solidFill>
                <a:latin typeface="Courier New" pitchFamily="49" charset="0"/>
              </a:rPr>
              <a:t>}</a:t>
            </a:r>
          </a:p>
          <a:p>
            <a:pPr fontAlgn="auto">
              <a:lnSpc>
                <a:spcPct val="80000"/>
              </a:lnSpc>
              <a:buFont typeface="Monotype Sorts" pitchFamily="2" charset="2"/>
              <a:buNone/>
              <a:defRPr/>
            </a:pPr>
            <a:r>
              <a:rPr lang="en-US" altLang="en-US" sz="2000">
                <a:solidFill>
                  <a:schemeClr val="bg2"/>
                </a:solidFill>
                <a:latin typeface="Courier New" pitchFamily="49" charset="0"/>
              </a:rPr>
              <a:t>finally { </a:t>
            </a:r>
          </a:p>
          <a:p>
            <a:pPr fontAlgn="auto">
              <a:lnSpc>
                <a:spcPct val="80000"/>
              </a:lnSpc>
              <a:buFont typeface="Monotype Sorts" pitchFamily="2" charset="2"/>
              <a:buNone/>
              <a:defRPr/>
            </a:pPr>
            <a:r>
              <a:rPr lang="en-US" altLang="en-US" sz="2000">
                <a:solidFill>
                  <a:schemeClr val="bg2"/>
                </a:solidFill>
                <a:latin typeface="Courier New" pitchFamily="49" charset="0"/>
              </a:rPr>
              <a:t>  finalStatements; </a:t>
            </a:r>
          </a:p>
          <a:p>
            <a:pPr fontAlgn="auto">
              <a:lnSpc>
                <a:spcPct val="80000"/>
              </a:lnSpc>
              <a:buFont typeface="Monotype Sorts" pitchFamily="2" charset="2"/>
              <a:buNone/>
              <a:defRPr/>
            </a:pPr>
            <a:r>
              <a:rPr lang="en-US" altLang="en-US" sz="2000">
                <a:solidFill>
                  <a:schemeClr val="bg2"/>
                </a:solidFill>
                <a:latin typeface="Courier New" pitchFamily="49" charset="0"/>
              </a:rPr>
              <a:t>}</a:t>
            </a:r>
          </a:p>
          <a:p>
            <a:pPr fontAlgn="auto">
              <a:lnSpc>
                <a:spcPct val="80000"/>
              </a:lnSpc>
              <a:buFont typeface="Monotype Sorts" pitchFamily="2" charset="2"/>
              <a:buNone/>
              <a:defRPr/>
            </a:pPr>
            <a:endParaRPr lang="en-US" altLang="en-US" sz="2000">
              <a:solidFill>
                <a:schemeClr val="bg2"/>
              </a:solidFill>
              <a:latin typeface="Courier New" pitchFamily="49" charset="0"/>
            </a:endParaRPr>
          </a:p>
          <a:p>
            <a:pPr fontAlgn="auto">
              <a:lnSpc>
                <a:spcPct val="80000"/>
              </a:lnSpc>
              <a:buFont typeface="Monotype Sorts" pitchFamily="2" charset="2"/>
              <a:buNone/>
              <a:defRPr/>
            </a:pPr>
            <a:r>
              <a:rPr lang="en-US" altLang="en-US" sz="2000">
                <a:solidFill>
                  <a:schemeClr val="bg2"/>
                </a:solidFill>
                <a:latin typeface="Courier New" pitchFamily="49" charset="0"/>
              </a:rPr>
              <a:t>Next statement;</a:t>
            </a:r>
          </a:p>
        </p:txBody>
      </p:sp>
      <p:sp>
        <p:nvSpPr>
          <p:cNvPr id="40964"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40965" name="Rectangle 5"/>
          <p:cNvSpPr>
            <a:spLocks noChangeArrowheads="1"/>
          </p:cNvSpPr>
          <p:nvPr/>
        </p:nvSpPr>
        <p:spPr bwMode="auto">
          <a:xfrm>
            <a:off x="609600" y="2057400"/>
            <a:ext cx="2819400" cy="3048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94918" name="AutoShape 6"/>
          <p:cNvSpPr>
            <a:spLocks noChangeArrowheads="1"/>
          </p:cNvSpPr>
          <p:nvPr/>
        </p:nvSpPr>
        <p:spPr bwMode="auto">
          <a:xfrm>
            <a:off x="5715000" y="1371600"/>
            <a:ext cx="3200400" cy="1143000"/>
          </a:xfrm>
          <a:prstGeom prst="wedgeRoundRectCallout">
            <a:avLst>
              <a:gd name="adj1" fmla="val -138245"/>
              <a:gd name="adj2" fmla="val 22361"/>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Suppose an exception of type Exception1 is thrown in statement2</a:t>
            </a:r>
          </a:p>
        </p:txBody>
      </p:sp>
      <p:sp>
        <p:nvSpPr>
          <p:cNvPr id="2" name="Slide Number Placeholder 1"/>
          <p:cNvSpPr>
            <a:spLocks noGrp="1"/>
          </p:cNvSpPr>
          <p:nvPr>
            <p:ph type="sldNum" sz="quarter" idx="12"/>
          </p:nvPr>
        </p:nvSpPr>
        <p:spPr/>
        <p:txBody>
          <a:bodyPr/>
          <a:lstStyle/>
          <a:p>
            <a:fld id="{33D6E5A2-EC83-451F-A719-9AC1370DD5CF}" type="slidenum">
              <a:rPr lang="en-US" smtClean="0"/>
              <a:pPr/>
              <a:t>54</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42311365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4918"/>
                                        </p:tgtEl>
                                        <p:attrNameLst>
                                          <p:attrName>style.visibility</p:attrName>
                                        </p:attrNameLst>
                                      </p:cBhvr>
                                      <p:to>
                                        <p:strVal val="visible"/>
                                      </p:to>
                                    </p:set>
                                    <p:anim calcmode="lin" valueType="num">
                                      <p:cBhvr additive="base">
                                        <p:cTn id="7" dur="500" fill="hold"/>
                                        <p:tgtEl>
                                          <p:spTgt spid="294918"/>
                                        </p:tgtEl>
                                        <p:attrNameLst>
                                          <p:attrName>ppt_x</p:attrName>
                                        </p:attrNameLst>
                                      </p:cBhvr>
                                      <p:tavLst>
                                        <p:tav tm="0">
                                          <p:val>
                                            <p:strVal val="0-#ppt_w/2"/>
                                          </p:val>
                                        </p:tav>
                                        <p:tav tm="100000">
                                          <p:val>
                                            <p:strVal val="#ppt_x"/>
                                          </p:val>
                                        </p:tav>
                                      </p:tavLst>
                                    </p:anim>
                                    <p:anim calcmode="lin" valueType="num">
                                      <p:cBhvr additive="base">
                                        <p:cTn id="8" dur="500" fill="hold"/>
                                        <p:tgtEl>
                                          <p:spTgt spid="2949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685800" y="304800"/>
            <a:ext cx="7772400" cy="533400"/>
          </a:xfrm>
          <a:solidFill>
            <a:srgbClr val="00B0F0"/>
          </a:solidFill>
        </p:spPr>
        <p:txBody>
          <a:bodyPr rtlCol="0">
            <a:normAutofit fontScale="90000"/>
          </a:bodyPr>
          <a:lstStyle/>
          <a:p>
            <a:pPr algn="ctr" fontAlgn="auto">
              <a:spcAft>
                <a:spcPts val="0"/>
              </a:spcAft>
              <a:defRPr/>
            </a:pPr>
            <a:r>
              <a:rPr lang="en-US" altLang="en-US" sz="4300" dirty="0">
                <a:solidFill>
                  <a:schemeClr val="bg1"/>
                </a:solidFill>
                <a:ea typeface="+mj-ea"/>
              </a:rPr>
              <a:t>Trace a Program Execution</a:t>
            </a:r>
          </a:p>
        </p:txBody>
      </p:sp>
      <p:sp>
        <p:nvSpPr>
          <p:cNvPr id="299012" name="Rectangle 4"/>
          <p:cNvSpPr>
            <a:spLocks noGrp="1" noChangeArrowheads="1"/>
          </p:cNvSpPr>
          <p:nvPr>
            <p:ph idx="1"/>
          </p:nvPr>
        </p:nvSpPr>
        <p:spPr>
          <a:xfrm>
            <a:off x="304800" y="1447800"/>
            <a:ext cx="4648200" cy="4495800"/>
          </a:xfrm>
          <a:solidFill>
            <a:srgbClr val="0070C0"/>
          </a:solidFill>
        </p:spPr>
        <p:txBody>
          <a:bodyPr rtlCol="0">
            <a:normAutofit/>
          </a:bodyPr>
          <a:lstStyle/>
          <a:p>
            <a:pPr fontAlgn="auto">
              <a:lnSpc>
                <a:spcPct val="80000"/>
              </a:lnSpc>
              <a:buFont typeface="Monotype Sorts" pitchFamily="2" charset="2"/>
              <a:buNone/>
              <a:defRPr/>
            </a:pPr>
            <a:r>
              <a:rPr lang="en-US" altLang="en-US" sz="2000">
                <a:solidFill>
                  <a:schemeClr val="bg2"/>
                </a:solidFill>
                <a:latin typeface="Courier New" pitchFamily="49" charset="0"/>
              </a:rPr>
              <a:t>try {  </a:t>
            </a:r>
          </a:p>
          <a:p>
            <a:pPr fontAlgn="auto">
              <a:lnSpc>
                <a:spcPct val="80000"/>
              </a:lnSpc>
              <a:buFont typeface="Monotype Sorts" pitchFamily="2" charset="2"/>
              <a:buNone/>
              <a:defRPr/>
            </a:pPr>
            <a:r>
              <a:rPr lang="en-US" altLang="en-US" sz="2000">
                <a:solidFill>
                  <a:schemeClr val="bg2"/>
                </a:solidFill>
                <a:latin typeface="Courier New" pitchFamily="49" charset="0"/>
              </a:rPr>
              <a:t>  statement1;</a:t>
            </a:r>
          </a:p>
          <a:p>
            <a:pPr fontAlgn="auto">
              <a:lnSpc>
                <a:spcPct val="80000"/>
              </a:lnSpc>
              <a:buFont typeface="Monotype Sorts" pitchFamily="2" charset="2"/>
              <a:buNone/>
              <a:defRPr/>
            </a:pPr>
            <a:r>
              <a:rPr lang="en-US" altLang="en-US" sz="2000">
                <a:solidFill>
                  <a:schemeClr val="bg2"/>
                </a:solidFill>
                <a:latin typeface="Courier New" pitchFamily="49" charset="0"/>
              </a:rPr>
              <a:t>  statement2;</a:t>
            </a:r>
          </a:p>
          <a:p>
            <a:pPr fontAlgn="auto">
              <a:lnSpc>
                <a:spcPct val="80000"/>
              </a:lnSpc>
              <a:buFont typeface="Monotype Sorts" pitchFamily="2" charset="2"/>
              <a:buNone/>
              <a:defRPr/>
            </a:pPr>
            <a:r>
              <a:rPr lang="en-US" altLang="en-US" sz="2000">
                <a:solidFill>
                  <a:schemeClr val="bg2"/>
                </a:solidFill>
                <a:latin typeface="Courier New" pitchFamily="49" charset="0"/>
              </a:rPr>
              <a:t>  statement3;</a:t>
            </a:r>
          </a:p>
          <a:p>
            <a:pPr fontAlgn="auto">
              <a:lnSpc>
                <a:spcPct val="80000"/>
              </a:lnSpc>
              <a:buFont typeface="Monotype Sorts" pitchFamily="2" charset="2"/>
              <a:buNone/>
              <a:defRPr/>
            </a:pPr>
            <a:r>
              <a:rPr lang="en-US" altLang="en-US" sz="2000">
                <a:solidFill>
                  <a:schemeClr val="bg2"/>
                </a:solidFill>
                <a:latin typeface="Courier New" pitchFamily="49" charset="0"/>
              </a:rPr>
              <a:t>}</a:t>
            </a:r>
          </a:p>
          <a:p>
            <a:pPr fontAlgn="auto">
              <a:lnSpc>
                <a:spcPct val="80000"/>
              </a:lnSpc>
              <a:buFont typeface="Monotype Sorts" pitchFamily="2" charset="2"/>
              <a:buNone/>
              <a:defRPr/>
            </a:pPr>
            <a:r>
              <a:rPr lang="en-US" altLang="en-US" sz="2000">
                <a:solidFill>
                  <a:schemeClr val="bg2"/>
                </a:solidFill>
                <a:latin typeface="Courier New" pitchFamily="49" charset="0"/>
              </a:rPr>
              <a:t>catch(Exception1 ex) { </a:t>
            </a:r>
          </a:p>
          <a:p>
            <a:pPr fontAlgn="auto">
              <a:lnSpc>
                <a:spcPct val="80000"/>
              </a:lnSpc>
              <a:buFont typeface="Monotype Sorts" pitchFamily="2" charset="2"/>
              <a:buNone/>
              <a:defRPr/>
            </a:pPr>
            <a:r>
              <a:rPr lang="en-US" altLang="en-US" sz="2000">
                <a:solidFill>
                  <a:schemeClr val="bg2"/>
                </a:solidFill>
                <a:latin typeface="Courier New" pitchFamily="49" charset="0"/>
              </a:rPr>
              <a:t>  handling ex; </a:t>
            </a:r>
          </a:p>
          <a:p>
            <a:pPr fontAlgn="auto">
              <a:lnSpc>
                <a:spcPct val="80000"/>
              </a:lnSpc>
              <a:buFont typeface="Monotype Sorts" pitchFamily="2" charset="2"/>
              <a:buNone/>
              <a:defRPr/>
            </a:pPr>
            <a:r>
              <a:rPr lang="en-US" altLang="en-US" sz="2000">
                <a:solidFill>
                  <a:schemeClr val="bg2"/>
                </a:solidFill>
                <a:latin typeface="Courier New" pitchFamily="49" charset="0"/>
              </a:rPr>
              <a:t>}</a:t>
            </a:r>
          </a:p>
          <a:p>
            <a:pPr fontAlgn="auto">
              <a:lnSpc>
                <a:spcPct val="80000"/>
              </a:lnSpc>
              <a:buFont typeface="Monotype Sorts" pitchFamily="2" charset="2"/>
              <a:buNone/>
              <a:defRPr/>
            </a:pPr>
            <a:r>
              <a:rPr lang="en-US" altLang="en-US" sz="2000">
                <a:solidFill>
                  <a:schemeClr val="bg2"/>
                </a:solidFill>
                <a:latin typeface="Courier New" pitchFamily="49" charset="0"/>
              </a:rPr>
              <a:t>finally { </a:t>
            </a:r>
          </a:p>
          <a:p>
            <a:pPr fontAlgn="auto">
              <a:lnSpc>
                <a:spcPct val="80000"/>
              </a:lnSpc>
              <a:buFont typeface="Monotype Sorts" pitchFamily="2" charset="2"/>
              <a:buNone/>
              <a:defRPr/>
            </a:pPr>
            <a:r>
              <a:rPr lang="en-US" altLang="en-US" sz="2000">
                <a:solidFill>
                  <a:schemeClr val="bg2"/>
                </a:solidFill>
                <a:latin typeface="Courier New" pitchFamily="49" charset="0"/>
              </a:rPr>
              <a:t>  finalStatements; </a:t>
            </a:r>
          </a:p>
          <a:p>
            <a:pPr fontAlgn="auto">
              <a:lnSpc>
                <a:spcPct val="80000"/>
              </a:lnSpc>
              <a:buFont typeface="Monotype Sorts" pitchFamily="2" charset="2"/>
              <a:buNone/>
              <a:defRPr/>
            </a:pPr>
            <a:r>
              <a:rPr lang="en-US" altLang="en-US" sz="2000">
                <a:solidFill>
                  <a:schemeClr val="bg2"/>
                </a:solidFill>
                <a:latin typeface="Courier New" pitchFamily="49" charset="0"/>
              </a:rPr>
              <a:t>}</a:t>
            </a:r>
          </a:p>
          <a:p>
            <a:pPr fontAlgn="auto">
              <a:lnSpc>
                <a:spcPct val="80000"/>
              </a:lnSpc>
              <a:buFont typeface="Monotype Sorts" pitchFamily="2" charset="2"/>
              <a:buNone/>
              <a:defRPr/>
            </a:pPr>
            <a:endParaRPr lang="en-US" altLang="en-US" sz="2000">
              <a:solidFill>
                <a:schemeClr val="bg2"/>
              </a:solidFill>
              <a:latin typeface="Courier New" pitchFamily="49" charset="0"/>
            </a:endParaRPr>
          </a:p>
          <a:p>
            <a:pPr fontAlgn="auto">
              <a:lnSpc>
                <a:spcPct val="80000"/>
              </a:lnSpc>
              <a:buFont typeface="Monotype Sorts" pitchFamily="2" charset="2"/>
              <a:buNone/>
              <a:defRPr/>
            </a:pPr>
            <a:r>
              <a:rPr lang="en-US" altLang="en-US" sz="2000">
                <a:solidFill>
                  <a:schemeClr val="bg2"/>
                </a:solidFill>
                <a:latin typeface="Courier New" pitchFamily="49" charset="0"/>
              </a:rPr>
              <a:t>Next statement;</a:t>
            </a:r>
          </a:p>
        </p:txBody>
      </p:sp>
      <p:sp>
        <p:nvSpPr>
          <p:cNvPr id="41988"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41989" name="Rectangle 5"/>
          <p:cNvSpPr>
            <a:spLocks noChangeArrowheads="1"/>
          </p:cNvSpPr>
          <p:nvPr/>
        </p:nvSpPr>
        <p:spPr bwMode="auto">
          <a:xfrm>
            <a:off x="609600" y="3200400"/>
            <a:ext cx="2819400" cy="3810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99014" name="AutoShape 6"/>
          <p:cNvSpPr>
            <a:spLocks noChangeArrowheads="1"/>
          </p:cNvSpPr>
          <p:nvPr/>
        </p:nvSpPr>
        <p:spPr bwMode="auto">
          <a:xfrm>
            <a:off x="5715000" y="1371600"/>
            <a:ext cx="3200400" cy="1143000"/>
          </a:xfrm>
          <a:prstGeom prst="wedgeRoundRectCallout">
            <a:avLst>
              <a:gd name="adj1" fmla="val -134574"/>
              <a:gd name="adj2" fmla="val 123611"/>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The exception is handled.</a:t>
            </a:r>
          </a:p>
        </p:txBody>
      </p:sp>
      <p:sp>
        <p:nvSpPr>
          <p:cNvPr id="2" name="Slide Number Placeholder 1"/>
          <p:cNvSpPr>
            <a:spLocks noGrp="1"/>
          </p:cNvSpPr>
          <p:nvPr>
            <p:ph type="sldNum" sz="quarter" idx="12"/>
          </p:nvPr>
        </p:nvSpPr>
        <p:spPr/>
        <p:txBody>
          <a:bodyPr/>
          <a:lstStyle/>
          <a:p>
            <a:fld id="{33D6E5A2-EC83-451F-A719-9AC1370DD5CF}" type="slidenum">
              <a:rPr lang="en-US" smtClean="0"/>
              <a:pPr/>
              <a:t>55</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7742952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9014"/>
                                        </p:tgtEl>
                                        <p:attrNameLst>
                                          <p:attrName>style.visibility</p:attrName>
                                        </p:attrNameLst>
                                      </p:cBhvr>
                                      <p:to>
                                        <p:strVal val="visible"/>
                                      </p:to>
                                    </p:set>
                                    <p:anim calcmode="lin" valueType="num">
                                      <p:cBhvr additive="base">
                                        <p:cTn id="7" dur="500" fill="hold"/>
                                        <p:tgtEl>
                                          <p:spTgt spid="299014"/>
                                        </p:tgtEl>
                                        <p:attrNameLst>
                                          <p:attrName>ppt_x</p:attrName>
                                        </p:attrNameLst>
                                      </p:cBhvr>
                                      <p:tavLst>
                                        <p:tav tm="0">
                                          <p:val>
                                            <p:strVal val="0-#ppt_w/2"/>
                                          </p:val>
                                        </p:tav>
                                        <p:tav tm="100000">
                                          <p:val>
                                            <p:strVal val="#ppt_x"/>
                                          </p:val>
                                        </p:tav>
                                      </p:tavLst>
                                    </p:anim>
                                    <p:anim calcmode="lin" valueType="num">
                                      <p:cBhvr additive="base">
                                        <p:cTn id="8" dur="500" fill="hold"/>
                                        <p:tgtEl>
                                          <p:spTgt spid="2990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685800" y="304800"/>
            <a:ext cx="7772400" cy="533400"/>
          </a:xfrm>
          <a:solidFill>
            <a:srgbClr val="00B0F0"/>
          </a:solidFill>
        </p:spPr>
        <p:txBody>
          <a:bodyPr rtlCol="0">
            <a:normAutofit fontScale="90000"/>
          </a:bodyPr>
          <a:lstStyle/>
          <a:p>
            <a:pPr fontAlgn="auto">
              <a:spcAft>
                <a:spcPts val="0"/>
              </a:spcAft>
              <a:defRPr/>
            </a:pPr>
            <a:r>
              <a:rPr lang="en-US" altLang="en-US" sz="4300" dirty="0">
                <a:solidFill>
                  <a:schemeClr val="bg1"/>
                </a:solidFill>
                <a:ea typeface="+mj-ea"/>
              </a:rPr>
              <a:t>Trace a Program Execution</a:t>
            </a:r>
          </a:p>
        </p:txBody>
      </p:sp>
      <p:sp>
        <p:nvSpPr>
          <p:cNvPr id="300036" name="Rectangle 4"/>
          <p:cNvSpPr>
            <a:spLocks noGrp="1" noChangeArrowheads="1"/>
          </p:cNvSpPr>
          <p:nvPr>
            <p:ph idx="1"/>
          </p:nvPr>
        </p:nvSpPr>
        <p:spPr>
          <a:xfrm>
            <a:off x="304800" y="1447800"/>
            <a:ext cx="4648200" cy="4495800"/>
          </a:xfrm>
          <a:solidFill>
            <a:srgbClr val="0070C0"/>
          </a:solidFill>
        </p:spPr>
        <p:txBody>
          <a:bodyPr rtlCol="0">
            <a:normAutofit/>
          </a:bodyPr>
          <a:lstStyle/>
          <a:p>
            <a:pPr fontAlgn="auto">
              <a:lnSpc>
                <a:spcPct val="80000"/>
              </a:lnSpc>
              <a:buFont typeface="Monotype Sorts" pitchFamily="2" charset="2"/>
              <a:buNone/>
              <a:defRPr/>
            </a:pPr>
            <a:r>
              <a:rPr lang="en-US" altLang="en-US" sz="2000">
                <a:solidFill>
                  <a:schemeClr val="bg2"/>
                </a:solidFill>
                <a:latin typeface="Courier New" pitchFamily="49" charset="0"/>
              </a:rPr>
              <a:t>try {  </a:t>
            </a:r>
          </a:p>
          <a:p>
            <a:pPr fontAlgn="auto">
              <a:lnSpc>
                <a:spcPct val="80000"/>
              </a:lnSpc>
              <a:buFont typeface="Monotype Sorts" pitchFamily="2" charset="2"/>
              <a:buNone/>
              <a:defRPr/>
            </a:pPr>
            <a:r>
              <a:rPr lang="en-US" altLang="en-US" sz="2000">
                <a:solidFill>
                  <a:schemeClr val="bg2"/>
                </a:solidFill>
                <a:latin typeface="Courier New" pitchFamily="49" charset="0"/>
              </a:rPr>
              <a:t>  statement1;</a:t>
            </a:r>
          </a:p>
          <a:p>
            <a:pPr fontAlgn="auto">
              <a:lnSpc>
                <a:spcPct val="80000"/>
              </a:lnSpc>
              <a:buFont typeface="Monotype Sorts" pitchFamily="2" charset="2"/>
              <a:buNone/>
              <a:defRPr/>
            </a:pPr>
            <a:r>
              <a:rPr lang="en-US" altLang="en-US" sz="2000">
                <a:solidFill>
                  <a:schemeClr val="bg2"/>
                </a:solidFill>
                <a:latin typeface="Courier New" pitchFamily="49" charset="0"/>
              </a:rPr>
              <a:t>  statement2;</a:t>
            </a:r>
          </a:p>
          <a:p>
            <a:pPr fontAlgn="auto">
              <a:lnSpc>
                <a:spcPct val="80000"/>
              </a:lnSpc>
              <a:buFont typeface="Monotype Sorts" pitchFamily="2" charset="2"/>
              <a:buNone/>
              <a:defRPr/>
            </a:pPr>
            <a:r>
              <a:rPr lang="en-US" altLang="en-US" sz="2000">
                <a:solidFill>
                  <a:schemeClr val="bg2"/>
                </a:solidFill>
                <a:latin typeface="Courier New" pitchFamily="49" charset="0"/>
              </a:rPr>
              <a:t>  statement3;</a:t>
            </a:r>
          </a:p>
          <a:p>
            <a:pPr fontAlgn="auto">
              <a:lnSpc>
                <a:spcPct val="80000"/>
              </a:lnSpc>
              <a:buFont typeface="Monotype Sorts" pitchFamily="2" charset="2"/>
              <a:buNone/>
              <a:defRPr/>
            </a:pPr>
            <a:r>
              <a:rPr lang="en-US" altLang="en-US" sz="2000">
                <a:solidFill>
                  <a:schemeClr val="bg2"/>
                </a:solidFill>
                <a:latin typeface="Courier New" pitchFamily="49" charset="0"/>
              </a:rPr>
              <a:t>}</a:t>
            </a:r>
          </a:p>
          <a:p>
            <a:pPr fontAlgn="auto">
              <a:lnSpc>
                <a:spcPct val="80000"/>
              </a:lnSpc>
              <a:buFont typeface="Monotype Sorts" pitchFamily="2" charset="2"/>
              <a:buNone/>
              <a:defRPr/>
            </a:pPr>
            <a:r>
              <a:rPr lang="en-US" altLang="en-US" sz="2000">
                <a:solidFill>
                  <a:schemeClr val="bg2"/>
                </a:solidFill>
                <a:latin typeface="Courier New" pitchFamily="49" charset="0"/>
              </a:rPr>
              <a:t>catch(Exception1 ex) { </a:t>
            </a:r>
          </a:p>
          <a:p>
            <a:pPr fontAlgn="auto">
              <a:lnSpc>
                <a:spcPct val="80000"/>
              </a:lnSpc>
              <a:buFont typeface="Monotype Sorts" pitchFamily="2" charset="2"/>
              <a:buNone/>
              <a:defRPr/>
            </a:pPr>
            <a:r>
              <a:rPr lang="en-US" altLang="en-US" sz="2000">
                <a:solidFill>
                  <a:schemeClr val="bg2"/>
                </a:solidFill>
                <a:latin typeface="Courier New" pitchFamily="49" charset="0"/>
              </a:rPr>
              <a:t>  handling ex; </a:t>
            </a:r>
          </a:p>
          <a:p>
            <a:pPr fontAlgn="auto">
              <a:lnSpc>
                <a:spcPct val="80000"/>
              </a:lnSpc>
              <a:buFont typeface="Monotype Sorts" pitchFamily="2" charset="2"/>
              <a:buNone/>
              <a:defRPr/>
            </a:pPr>
            <a:r>
              <a:rPr lang="en-US" altLang="en-US" sz="2000">
                <a:solidFill>
                  <a:schemeClr val="bg2"/>
                </a:solidFill>
                <a:latin typeface="Courier New" pitchFamily="49" charset="0"/>
              </a:rPr>
              <a:t>}</a:t>
            </a:r>
          </a:p>
          <a:p>
            <a:pPr fontAlgn="auto">
              <a:lnSpc>
                <a:spcPct val="80000"/>
              </a:lnSpc>
              <a:buFont typeface="Monotype Sorts" pitchFamily="2" charset="2"/>
              <a:buNone/>
              <a:defRPr/>
            </a:pPr>
            <a:r>
              <a:rPr lang="en-US" altLang="en-US" sz="2000">
                <a:solidFill>
                  <a:schemeClr val="bg2"/>
                </a:solidFill>
                <a:latin typeface="Courier New" pitchFamily="49" charset="0"/>
              </a:rPr>
              <a:t>finally { </a:t>
            </a:r>
          </a:p>
          <a:p>
            <a:pPr fontAlgn="auto">
              <a:lnSpc>
                <a:spcPct val="80000"/>
              </a:lnSpc>
              <a:buFont typeface="Monotype Sorts" pitchFamily="2" charset="2"/>
              <a:buNone/>
              <a:defRPr/>
            </a:pPr>
            <a:r>
              <a:rPr lang="en-US" altLang="en-US" sz="2000">
                <a:solidFill>
                  <a:schemeClr val="bg2"/>
                </a:solidFill>
                <a:latin typeface="Courier New" pitchFamily="49" charset="0"/>
              </a:rPr>
              <a:t>  finalStatements; </a:t>
            </a:r>
          </a:p>
          <a:p>
            <a:pPr fontAlgn="auto">
              <a:lnSpc>
                <a:spcPct val="80000"/>
              </a:lnSpc>
              <a:buFont typeface="Monotype Sorts" pitchFamily="2" charset="2"/>
              <a:buNone/>
              <a:defRPr/>
            </a:pPr>
            <a:r>
              <a:rPr lang="en-US" altLang="en-US" sz="2000">
                <a:solidFill>
                  <a:schemeClr val="bg2"/>
                </a:solidFill>
                <a:latin typeface="Courier New" pitchFamily="49" charset="0"/>
              </a:rPr>
              <a:t>}</a:t>
            </a:r>
          </a:p>
          <a:p>
            <a:pPr fontAlgn="auto">
              <a:lnSpc>
                <a:spcPct val="80000"/>
              </a:lnSpc>
              <a:buFont typeface="Monotype Sorts" pitchFamily="2" charset="2"/>
              <a:buNone/>
              <a:defRPr/>
            </a:pPr>
            <a:endParaRPr lang="en-US" altLang="en-US" sz="2000">
              <a:solidFill>
                <a:schemeClr val="bg2"/>
              </a:solidFill>
              <a:latin typeface="Courier New" pitchFamily="49" charset="0"/>
            </a:endParaRPr>
          </a:p>
          <a:p>
            <a:pPr fontAlgn="auto">
              <a:lnSpc>
                <a:spcPct val="80000"/>
              </a:lnSpc>
              <a:buFont typeface="Monotype Sorts" pitchFamily="2" charset="2"/>
              <a:buNone/>
              <a:defRPr/>
            </a:pPr>
            <a:r>
              <a:rPr lang="en-US" altLang="en-US" sz="2000">
                <a:solidFill>
                  <a:schemeClr val="bg2"/>
                </a:solidFill>
                <a:latin typeface="Courier New" pitchFamily="49" charset="0"/>
              </a:rPr>
              <a:t>Next statement;</a:t>
            </a:r>
          </a:p>
        </p:txBody>
      </p:sp>
      <p:sp>
        <p:nvSpPr>
          <p:cNvPr id="43012"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43013" name="Rectangle 5"/>
          <p:cNvSpPr>
            <a:spLocks noChangeArrowheads="1"/>
          </p:cNvSpPr>
          <p:nvPr/>
        </p:nvSpPr>
        <p:spPr bwMode="auto">
          <a:xfrm>
            <a:off x="685800" y="4191000"/>
            <a:ext cx="2819400" cy="3810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00038" name="AutoShape 6"/>
          <p:cNvSpPr>
            <a:spLocks noChangeArrowheads="1"/>
          </p:cNvSpPr>
          <p:nvPr/>
        </p:nvSpPr>
        <p:spPr bwMode="auto">
          <a:xfrm>
            <a:off x="5715000" y="1371600"/>
            <a:ext cx="3200400" cy="1143000"/>
          </a:xfrm>
          <a:prstGeom prst="wedgeRoundRectCallout">
            <a:avLst>
              <a:gd name="adj1" fmla="val -124801"/>
              <a:gd name="adj2" fmla="val 208750"/>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The final block is always executed.</a:t>
            </a:r>
          </a:p>
        </p:txBody>
      </p:sp>
      <p:sp>
        <p:nvSpPr>
          <p:cNvPr id="2" name="Slide Number Placeholder 1"/>
          <p:cNvSpPr>
            <a:spLocks noGrp="1"/>
          </p:cNvSpPr>
          <p:nvPr>
            <p:ph type="sldNum" sz="quarter" idx="12"/>
          </p:nvPr>
        </p:nvSpPr>
        <p:spPr/>
        <p:txBody>
          <a:bodyPr/>
          <a:lstStyle/>
          <a:p>
            <a:fld id="{33D6E5A2-EC83-451F-A719-9AC1370DD5CF}" type="slidenum">
              <a:rPr lang="en-US" smtClean="0"/>
              <a:pPr/>
              <a:t>56</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31974757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0038"/>
                                        </p:tgtEl>
                                        <p:attrNameLst>
                                          <p:attrName>style.visibility</p:attrName>
                                        </p:attrNameLst>
                                      </p:cBhvr>
                                      <p:to>
                                        <p:strVal val="visible"/>
                                      </p:to>
                                    </p:set>
                                    <p:anim calcmode="lin" valueType="num">
                                      <p:cBhvr additive="base">
                                        <p:cTn id="7" dur="500" fill="hold"/>
                                        <p:tgtEl>
                                          <p:spTgt spid="300038"/>
                                        </p:tgtEl>
                                        <p:attrNameLst>
                                          <p:attrName>ppt_x</p:attrName>
                                        </p:attrNameLst>
                                      </p:cBhvr>
                                      <p:tavLst>
                                        <p:tav tm="0">
                                          <p:val>
                                            <p:strVal val="0-#ppt_w/2"/>
                                          </p:val>
                                        </p:tav>
                                        <p:tav tm="100000">
                                          <p:val>
                                            <p:strVal val="#ppt_x"/>
                                          </p:val>
                                        </p:tav>
                                      </p:tavLst>
                                    </p:anim>
                                    <p:anim calcmode="lin" valueType="num">
                                      <p:cBhvr additive="base">
                                        <p:cTn id="8" dur="500" fill="hold"/>
                                        <p:tgtEl>
                                          <p:spTgt spid="3000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a:xfrm>
            <a:off x="685800" y="304800"/>
            <a:ext cx="7772400" cy="533400"/>
          </a:xfrm>
          <a:solidFill>
            <a:srgbClr val="00B0F0"/>
          </a:solidFill>
        </p:spPr>
        <p:txBody>
          <a:bodyPr rtlCol="0">
            <a:normAutofit fontScale="90000"/>
          </a:bodyPr>
          <a:lstStyle/>
          <a:p>
            <a:pPr fontAlgn="auto">
              <a:spcAft>
                <a:spcPts val="0"/>
              </a:spcAft>
              <a:defRPr/>
            </a:pPr>
            <a:r>
              <a:rPr lang="en-US" altLang="en-US" sz="4300" dirty="0">
                <a:solidFill>
                  <a:schemeClr val="bg1"/>
                </a:solidFill>
                <a:ea typeface="+mj-ea"/>
              </a:rPr>
              <a:t>Trace a Program Execution</a:t>
            </a:r>
          </a:p>
        </p:txBody>
      </p:sp>
      <p:sp>
        <p:nvSpPr>
          <p:cNvPr id="301060" name="Rectangle 4"/>
          <p:cNvSpPr>
            <a:spLocks noGrp="1" noChangeArrowheads="1"/>
          </p:cNvSpPr>
          <p:nvPr>
            <p:ph idx="1"/>
          </p:nvPr>
        </p:nvSpPr>
        <p:spPr>
          <a:xfrm>
            <a:off x="304800" y="1447800"/>
            <a:ext cx="4648200" cy="4495800"/>
          </a:xfrm>
          <a:solidFill>
            <a:srgbClr val="0070C0"/>
          </a:solidFill>
        </p:spPr>
        <p:txBody>
          <a:bodyPr rtlCol="0">
            <a:normAutofit/>
          </a:bodyPr>
          <a:lstStyle/>
          <a:p>
            <a:pPr fontAlgn="auto">
              <a:lnSpc>
                <a:spcPct val="80000"/>
              </a:lnSpc>
              <a:buFont typeface="Monotype Sorts" pitchFamily="2" charset="2"/>
              <a:buNone/>
              <a:defRPr/>
            </a:pPr>
            <a:r>
              <a:rPr lang="en-US" altLang="en-US" sz="2000" dirty="0">
                <a:solidFill>
                  <a:schemeClr val="bg2"/>
                </a:solidFill>
                <a:latin typeface="Courier New" pitchFamily="49" charset="0"/>
              </a:rPr>
              <a:t>try {  </a:t>
            </a:r>
          </a:p>
          <a:p>
            <a:pPr fontAlgn="auto">
              <a:lnSpc>
                <a:spcPct val="80000"/>
              </a:lnSpc>
              <a:buFont typeface="Monotype Sorts" pitchFamily="2" charset="2"/>
              <a:buNone/>
              <a:defRPr/>
            </a:pPr>
            <a:r>
              <a:rPr lang="en-US" altLang="en-US" sz="2000" dirty="0">
                <a:solidFill>
                  <a:schemeClr val="bg2"/>
                </a:solidFill>
                <a:latin typeface="Courier New" pitchFamily="49" charset="0"/>
              </a:rPr>
              <a:t>  statement1;</a:t>
            </a:r>
          </a:p>
          <a:p>
            <a:pPr fontAlgn="auto">
              <a:lnSpc>
                <a:spcPct val="80000"/>
              </a:lnSpc>
              <a:buFont typeface="Monotype Sorts" pitchFamily="2" charset="2"/>
              <a:buNone/>
              <a:defRPr/>
            </a:pPr>
            <a:r>
              <a:rPr lang="en-US" altLang="en-US" sz="2000" dirty="0">
                <a:solidFill>
                  <a:schemeClr val="bg2"/>
                </a:solidFill>
                <a:latin typeface="Courier New" pitchFamily="49" charset="0"/>
              </a:rPr>
              <a:t>  statement2;</a:t>
            </a:r>
          </a:p>
          <a:p>
            <a:pPr fontAlgn="auto">
              <a:lnSpc>
                <a:spcPct val="80000"/>
              </a:lnSpc>
              <a:buFont typeface="Monotype Sorts" pitchFamily="2" charset="2"/>
              <a:buNone/>
              <a:defRPr/>
            </a:pPr>
            <a:r>
              <a:rPr lang="en-US" altLang="en-US" sz="2000" dirty="0">
                <a:solidFill>
                  <a:schemeClr val="bg2"/>
                </a:solidFill>
                <a:latin typeface="Courier New" pitchFamily="49" charset="0"/>
              </a:rPr>
              <a:t>  statement3;</a:t>
            </a:r>
          </a:p>
          <a:p>
            <a:pPr fontAlgn="auto">
              <a:lnSpc>
                <a:spcPct val="80000"/>
              </a:lnSpc>
              <a:buFont typeface="Monotype Sorts" pitchFamily="2" charset="2"/>
              <a:buNone/>
              <a:defRPr/>
            </a:pPr>
            <a:r>
              <a:rPr lang="en-US" altLang="en-US" sz="2000" dirty="0">
                <a:solidFill>
                  <a:schemeClr val="bg2"/>
                </a:solidFill>
                <a:latin typeface="Courier New" pitchFamily="49" charset="0"/>
              </a:rPr>
              <a:t>}</a:t>
            </a:r>
          </a:p>
          <a:p>
            <a:pPr fontAlgn="auto">
              <a:lnSpc>
                <a:spcPct val="80000"/>
              </a:lnSpc>
              <a:buFont typeface="Monotype Sorts" pitchFamily="2" charset="2"/>
              <a:buNone/>
              <a:defRPr/>
            </a:pPr>
            <a:r>
              <a:rPr lang="en-US" altLang="en-US" sz="2000" dirty="0">
                <a:solidFill>
                  <a:schemeClr val="bg2"/>
                </a:solidFill>
                <a:latin typeface="Courier New" pitchFamily="49" charset="0"/>
              </a:rPr>
              <a:t>catch(Exception1 ex) { </a:t>
            </a:r>
          </a:p>
          <a:p>
            <a:pPr fontAlgn="auto">
              <a:lnSpc>
                <a:spcPct val="80000"/>
              </a:lnSpc>
              <a:buFont typeface="Monotype Sorts" pitchFamily="2" charset="2"/>
              <a:buNone/>
              <a:defRPr/>
            </a:pPr>
            <a:r>
              <a:rPr lang="en-US" altLang="en-US" sz="2000"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sz="2000" dirty="0">
                <a:solidFill>
                  <a:schemeClr val="bg2"/>
                </a:solidFill>
                <a:latin typeface="Courier New" pitchFamily="49" charset="0"/>
              </a:rPr>
              <a:t>}</a:t>
            </a:r>
          </a:p>
          <a:p>
            <a:pPr fontAlgn="auto">
              <a:lnSpc>
                <a:spcPct val="80000"/>
              </a:lnSpc>
              <a:buFont typeface="Monotype Sorts" pitchFamily="2" charset="2"/>
              <a:buNone/>
              <a:defRPr/>
            </a:pPr>
            <a:r>
              <a:rPr lang="en-US" altLang="en-US" sz="2000" dirty="0">
                <a:solidFill>
                  <a:schemeClr val="bg2"/>
                </a:solidFill>
                <a:latin typeface="Courier New" pitchFamily="49" charset="0"/>
              </a:rPr>
              <a:t>finally { </a:t>
            </a:r>
          </a:p>
          <a:p>
            <a:pPr fontAlgn="auto">
              <a:lnSpc>
                <a:spcPct val="80000"/>
              </a:lnSpc>
              <a:buFont typeface="Monotype Sorts" pitchFamily="2" charset="2"/>
              <a:buNone/>
              <a:defRPr/>
            </a:pPr>
            <a:r>
              <a:rPr lang="en-US" altLang="en-US" sz="2000" dirty="0">
                <a:solidFill>
                  <a:schemeClr val="bg2"/>
                </a:solidFill>
                <a:latin typeface="Courier New" pitchFamily="49" charset="0"/>
              </a:rPr>
              <a:t>  </a:t>
            </a:r>
            <a:r>
              <a:rPr lang="en-US" altLang="en-US" sz="2000" dirty="0" err="1">
                <a:solidFill>
                  <a:schemeClr val="bg2"/>
                </a:solidFill>
                <a:latin typeface="Courier New" pitchFamily="49" charset="0"/>
              </a:rPr>
              <a:t>finalStatements</a:t>
            </a:r>
            <a:r>
              <a:rPr lang="en-US" altLang="en-US" sz="2000" dirty="0">
                <a:solidFill>
                  <a:schemeClr val="bg2"/>
                </a:solidFill>
                <a:latin typeface="Courier New" pitchFamily="49" charset="0"/>
              </a:rPr>
              <a:t>; </a:t>
            </a:r>
          </a:p>
          <a:p>
            <a:pPr fontAlgn="auto">
              <a:lnSpc>
                <a:spcPct val="80000"/>
              </a:lnSpc>
              <a:buFont typeface="Monotype Sorts" pitchFamily="2" charset="2"/>
              <a:buNone/>
              <a:defRPr/>
            </a:pPr>
            <a:r>
              <a:rPr lang="en-US" altLang="en-US" sz="2000" dirty="0">
                <a:solidFill>
                  <a:schemeClr val="bg2"/>
                </a:solidFill>
                <a:latin typeface="Courier New" pitchFamily="49" charset="0"/>
              </a:rPr>
              <a:t>}</a:t>
            </a:r>
          </a:p>
          <a:p>
            <a:pPr fontAlgn="auto">
              <a:lnSpc>
                <a:spcPct val="80000"/>
              </a:lnSpc>
              <a:buFont typeface="Monotype Sorts" pitchFamily="2" charset="2"/>
              <a:buNone/>
              <a:defRPr/>
            </a:pPr>
            <a:endParaRPr lang="en-US" altLang="en-US" sz="2000" dirty="0">
              <a:solidFill>
                <a:schemeClr val="bg2"/>
              </a:solidFill>
              <a:latin typeface="Courier New" pitchFamily="49" charset="0"/>
            </a:endParaRPr>
          </a:p>
          <a:p>
            <a:pPr fontAlgn="auto">
              <a:lnSpc>
                <a:spcPct val="80000"/>
              </a:lnSpc>
              <a:buFont typeface="Monotype Sorts" pitchFamily="2" charset="2"/>
              <a:buNone/>
              <a:defRPr/>
            </a:pPr>
            <a:r>
              <a:rPr lang="en-US" altLang="en-US" sz="2000" dirty="0">
                <a:solidFill>
                  <a:schemeClr val="bg2"/>
                </a:solidFill>
                <a:latin typeface="Courier New" pitchFamily="49" charset="0"/>
              </a:rPr>
              <a:t>Next statement;</a:t>
            </a:r>
          </a:p>
        </p:txBody>
      </p:sp>
      <p:sp>
        <p:nvSpPr>
          <p:cNvPr id="44036"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44037" name="Rectangle 5"/>
          <p:cNvSpPr>
            <a:spLocks noChangeArrowheads="1"/>
          </p:cNvSpPr>
          <p:nvPr/>
        </p:nvSpPr>
        <p:spPr bwMode="auto">
          <a:xfrm>
            <a:off x="381000" y="5029200"/>
            <a:ext cx="2819400" cy="3810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01062" name="AutoShape 6"/>
          <p:cNvSpPr>
            <a:spLocks noChangeArrowheads="1"/>
          </p:cNvSpPr>
          <p:nvPr/>
        </p:nvSpPr>
        <p:spPr bwMode="auto">
          <a:xfrm>
            <a:off x="5715000" y="1371600"/>
            <a:ext cx="3200400" cy="1143000"/>
          </a:xfrm>
          <a:prstGeom prst="wedgeRoundRectCallout">
            <a:avLst>
              <a:gd name="adj1" fmla="val -133333"/>
              <a:gd name="adj2" fmla="val 282778"/>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The next statement in the method is now executed.</a:t>
            </a:r>
          </a:p>
        </p:txBody>
      </p:sp>
      <p:sp>
        <p:nvSpPr>
          <p:cNvPr id="2" name="Slide Number Placeholder 1"/>
          <p:cNvSpPr>
            <a:spLocks noGrp="1"/>
          </p:cNvSpPr>
          <p:nvPr>
            <p:ph type="sldNum" sz="quarter" idx="12"/>
          </p:nvPr>
        </p:nvSpPr>
        <p:spPr/>
        <p:txBody>
          <a:bodyPr/>
          <a:lstStyle/>
          <a:p>
            <a:fld id="{33D6E5A2-EC83-451F-A719-9AC1370DD5CF}" type="slidenum">
              <a:rPr lang="en-US" smtClean="0"/>
              <a:pPr/>
              <a:t>57</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37497665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1062"/>
                                        </p:tgtEl>
                                        <p:attrNameLst>
                                          <p:attrName>style.visibility</p:attrName>
                                        </p:attrNameLst>
                                      </p:cBhvr>
                                      <p:to>
                                        <p:strVal val="visible"/>
                                      </p:to>
                                    </p:set>
                                    <p:anim calcmode="lin" valueType="num">
                                      <p:cBhvr additive="base">
                                        <p:cTn id="7" dur="500" fill="hold"/>
                                        <p:tgtEl>
                                          <p:spTgt spid="301062"/>
                                        </p:tgtEl>
                                        <p:attrNameLst>
                                          <p:attrName>ppt_x</p:attrName>
                                        </p:attrNameLst>
                                      </p:cBhvr>
                                      <p:tavLst>
                                        <p:tav tm="0">
                                          <p:val>
                                            <p:strVal val="0-#ppt_w/2"/>
                                          </p:val>
                                        </p:tav>
                                        <p:tav tm="100000">
                                          <p:val>
                                            <p:strVal val="#ppt_x"/>
                                          </p:val>
                                        </p:tav>
                                      </p:tavLst>
                                    </p:anim>
                                    <p:anim calcmode="lin" valueType="num">
                                      <p:cBhvr additive="base">
                                        <p:cTn id="8" dur="500" fill="hold"/>
                                        <p:tgtEl>
                                          <p:spTgt spid="3010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a:xfrm>
            <a:off x="685800" y="304800"/>
            <a:ext cx="7772400" cy="533400"/>
          </a:xfrm>
          <a:solidFill>
            <a:srgbClr val="00B0F0"/>
          </a:solidFill>
        </p:spPr>
        <p:txBody>
          <a:bodyPr rtlCol="0">
            <a:normAutofit fontScale="90000"/>
          </a:bodyPr>
          <a:lstStyle/>
          <a:p>
            <a:pPr algn="ctr" fontAlgn="auto">
              <a:spcAft>
                <a:spcPts val="0"/>
              </a:spcAft>
              <a:defRPr/>
            </a:pPr>
            <a:r>
              <a:rPr lang="en-US" altLang="en-US" sz="4300" dirty="0">
                <a:solidFill>
                  <a:schemeClr val="bg1"/>
                </a:solidFill>
                <a:ea typeface="+mj-ea"/>
              </a:rPr>
              <a:t>Trace a Program Execution</a:t>
            </a:r>
          </a:p>
        </p:txBody>
      </p:sp>
      <p:sp>
        <p:nvSpPr>
          <p:cNvPr id="302084" name="Rectangle 4"/>
          <p:cNvSpPr>
            <a:spLocks noGrp="1" noChangeArrowheads="1"/>
          </p:cNvSpPr>
          <p:nvPr>
            <p:ph idx="1"/>
          </p:nvPr>
        </p:nvSpPr>
        <p:spPr>
          <a:xfrm>
            <a:off x="304800" y="1143000"/>
            <a:ext cx="4648200" cy="5105400"/>
          </a:xfrm>
          <a:solidFill>
            <a:srgbClr val="0070C0"/>
          </a:solidFill>
        </p:spPr>
        <p:txBody>
          <a:bodyPr rtlCol="0">
            <a:normAutofit fontScale="70000" lnSpcReduction="20000"/>
          </a:bodyPr>
          <a:lstStyle/>
          <a:p>
            <a:pPr fontAlgn="auto">
              <a:lnSpc>
                <a:spcPct val="80000"/>
              </a:lnSpc>
              <a:buFont typeface="Monotype Sorts" pitchFamily="2" charset="2"/>
              <a:buNone/>
              <a:defRPr/>
            </a:pPr>
            <a:r>
              <a:rPr lang="en-US" altLang="en-US">
                <a:solidFill>
                  <a:schemeClr val="bg2"/>
                </a:solidFill>
                <a:latin typeface="Courier New" pitchFamily="49" charset="0"/>
              </a:rPr>
              <a:t>try {  </a:t>
            </a:r>
          </a:p>
          <a:p>
            <a:pPr fontAlgn="auto">
              <a:lnSpc>
                <a:spcPct val="80000"/>
              </a:lnSpc>
              <a:buFont typeface="Monotype Sorts" pitchFamily="2" charset="2"/>
              <a:buNone/>
              <a:defRPr/>
            </a:pPr>
            <a:r>
              <a:rPr lang="en-US" altLang="en-US">
                <a:solidFill>
                  <a:schemeClr val="bg2"/>
                </a:solidFill>
                <a:latin typeface="Courier New" pitchFamily="49" charset="0"/>
              </a:rPr>
              <a:t>  statement1;</a:t>
            </a:r>
          </a:p>
          <a:p>
            <a:pPr fontAlgn="auto">
              <a:lnSpc>
                <a:spcPct val="80000"/>
              </a:lnSpc>
              <a:buFont typeface="Monotype Sorts" pitchFamily="2" charset="2"/>
              <a:buNone/>
              <a:defRPr/>
            </a:pPr>
            <a:r>
              <a:rPr lang="en-US" altLang="en-US">
                <a:solidFill>
                  <a:schemeClr val="bg2"/>
                </a:solidFill>
                <a:latin typeface="Courier New" pitchFamily="49" charset="0"/>
              </a:rPr>
              <a:t>  statement2;</a:t>
            </a:r>
          </a:p>
          <a:p>
            <a:pPr fontAlgn="auto">
              <a:lnSpc>
                <a:spcPct val="80000"/>
              </a:lnSpc>
              <a:buFont typeface="Monotype Sorts" pitchFamily="2" charset="2"/>
              <a:buNone/>
              <a:defRPr/>
            </a:pPr>
            <a:r>
              <a:rPr lang="en-US" altLang="en-US">
                <a:solidFill>
                  <a:schemeClr val="bg2"/>
                </a:solidFill>
                <a:latin typeface="Courier New" pitchFamily="49" charset="0"/>
              </a:rPr>
              <a:t>  statement3;</a:t>
            </a:r>
          </a:p>
          <a:p>
            <a:pPr fontAlgn="auto">
              <a:lnSpc>
                <a:spcPct val="80000"/>
              </a:lnSpc>
              <a:buFont typeface="Monotype Sorts" pitchFamily="2" charset="2"/>
              <a:buNone/>
              <a:defRPr/>
            </a:pPr>
            <a:r>
              <a:rPr lang="en-US" altLang="en-US">
                <a:solidFill>
                  <a:schemeClr val="bg2"/>
                </a:solidFill>
                <a:latin typeface="Courier New" pitchFamily="49" charset="0"/>
              </a:rPr>
              <a:t>}</a:t>
            </a:r>
          </a:p>
          <a:p>
            <a:pPr fontAlgn="auto">
              <a:lnSpc>
                <a:spcPct val="80000"/>
              </a:lnSpc>
              <a:buFont typeface="Monotype Sorts" pitchFamily="2" charset="2"/>
              <a:buNone/>
              <a:defRPr/>
            </a:pPr>
            <a:r>
              <a:rPr lang="en-US" altLang="en-US">
                <a:solidFill>
                  <a:schemeClr val="bg2"/>
                </a:solidFill>
                <a:latin typeface="Courier New" pitchFamily="49" charset="0"/>
              </a:rPr>
              <a:t>catch(Exception1 ex) { </a:t>
            </a:r>
          </a:p>
          <a:p>
            <a:pPr fontAlgn="auto">
              <a:lnSpc>
                <a:spcPct val="80000"/>
              </a:lnSpc>
              <a:buFont typeface="Monotype Sorts" pitchFamily="2" charset="2"/>
              <a:buNone/>
              <a:defRPr/>
            </a:pPr>
            <a:r>
              <a:rPr lang="en-US" altLang="en-US">
                <a:solidFill>
                  <a:schemeClr val="bg2"/>
                </a:solidFill>
                <a:latin typeface="Courier New" pitchFamily="49" charset="0"/>
              </a:rPr>
              <a:t>  handling ex; </a:t>
            </a:r>
          </a:p>
          <a:p>
            <a:pPr fontAlgn="auto">
              <a:lnSpc>
                <a:spcPct val="80000"/>
              </a:lnSpc>
              <a:buFont typeface="Monotype Sorts" pitchFamily="2" charset="2"/>
              <a:buNone/>
              <a:defRPr/>
            </a:pPr>
            <a:r>
              <a:rPr lang="en-US" altLang="en-US">
                <a:solidFill>
                  <a:schemeClr val="bg2"/>
                </a:solidFill>
                <a:latin typeface="Courier New" pitchFamily="49" charset="0"/>
              </a:rPr>
              <a:t>}</a:t>
            </a:r>
          </a:p>
          <a:p>
            <a:pPr fontAlgn="auto">
              <a:lnSpc>
                <a:spcPct val="80000"/>
              </a:lnSpc>
              <a:buFont typeface="Monotype Sorts" pitchFamily="2" charset="2"/>
              <a:buNone/>
              <a:defRPr/>
            </a:pPr>
            <a:r>
              <a:rPr lang="en-US" altLang="en-US">
                <a:solidFill>
                  <a:schemeClr val="bg2"/>
                </a:solidFill>
                <a:latin typeface="Courier New" pitchFamily="49" charset="0"/>
              </a:rPr>
              <a:t>catch(Exception2 ex) { </a:t>
            </a:r>
          </a:p>
          <a:p>
            <a:pPr fontAlgn="auto">
              <a:lnSpc>
                <a:spcPct val="80000"/>
              </a:lnSpc>
              <a:buFont typeface="Monotype Sorts" pitchFamily="2" charset="2"/>
              <a:buNone/>
              <a:defRPr/>
            </a:pPr>
            <a:r>
              <a:rPr lang="en-US" altLang="en-US">
                <a:solidFill>
                  <a:schemeClr val="bg2"/>
                </a:solidFill>
                <a:latin typeface="Courier New" pitchFamily="49" charset="0"/>
              </a:rPr>
              <a:t>  handling ex; </a:t>
            </a:r>
          </a:p>
          <a:p>
            <a:pPr fontAlgn="auto">
              <a:lnSpc>
                <a:spcPct val="80000"/>
              </a:lnSpc>
              <a:buFont typeface="Monotype Sorts" pitchFamily="2" charset="2"/>
              <a:buNone/>
              <a:defRPr/>
            </a:pPr>
            <a:r>
              <a:rPr lang="en-US" altLang="en-US">
                <a:solidFill>
                  <a:schemeClr val="bg2"/>
                </a:solidFill>
                <a:latin typeface="Courier New" pitchFamily="49" charset="0"/>
              </a:rPr>
              <a:t>  throw ex;</a:t>
            </a:r>
          </a:p>
          <a:p>
            <a:pPr fontAlgn="auto">
              <a:lnSpc>
                <a:spcPct val="80000"/>
              </a:lnSpc>
              <a:buFont typeface="Monotype Sorts" pitchFamily="2" charset="2"/>
              <a:buNone/>
              <a:defRPr/>
            </a:pPr>
            <a:r>
              <a:rPr lang="en-US" altLang="en-US">
                <a:solidFill>
                  <a:schemeClr val="bg2"/>
                </a:solidFill>
                <a:latin typeface="Courier New" pitchFamily="49" charset="0"/>
              </a:rPr>
              <a:t>}</a:t>
            </a:r>
          </a:p>
          <a:p>
            <a:pPr fontAlgn="auto">
              <a:lnSpc>
                <a:spcPct val="80000"/>
              </a:lnSpc>
              <a:buFont typeface="Monotype Sorts" pitchFamily="2" charset="2"/>
              <a:buNone/>
              <a:defRPr/>
            </a:pPr>
            <a:r>
              <a:rPr lang="en-US" altLang="en-US">
                <a:solidFill>
                  <a:schemeClr val="bg2"/>
                </a:solidFill>
                <a:latin typeface="Courier New" pitchFamily="49" charset="0"/>
              </a:rPr>
              <a:t>finally { </a:t>
            </a:r>
          </a:p>
          <a:p>
            <a:pPr fontAlgn="auto">
              <a:lnSpc>
                <a:spcPct val="80000"/>
              </a:lnSpc>
              <a:buFont typeface="Monotype Sorts" pitchFamily="2" charset="2"/>
              <a:buNone/>
              <a:defRPr/>
            </a:pPr>
            <a:r>
              <a:rPr lang="en-US" altLang="en-US">
                <a:solidFill>
                  <a:schemeClr val="bg2"/>
                </a:solidFill>
                <a:latin typeface="Courier New" pitchFamily="49" charset="0"/>
              </a:rPr>
              <a:t>  finalStatements; </a:t>
            </a:r>
          </a:p>
          <a:p>
            <a:pPr fontAlgn="auto">
              <a:lnSpc>
                <a:spcPct val="80000"/>
              </a:lnSpc>
              <a:buFont typeface="Monotype Sorts" pitchFamily="2" charset="2"/>
              <a:buNone/>
              <a:defRPr/>
            </a:pPr>
            <a:r>
              <a:rPr lang="en-US" altLang="en-US">
                <a:solidFill>
                  <a:schemeClr val="bg2"/>
                </a:solidFill>
                <a:latin typeface="Courier New" pitchFamily="49" charset="0"/>
              </a:rPr>
              <a:t>}</a:t>
            </a:r>
          </a:p>
          <a:p>
            <a:pPr fontAlgn="auto">
              <a:lnSpc>
                <a:spcPct val="80000"/>
              </a:lnSpc>
              <a:buFont typeface="Monotype Sorts" pitchFamily="2" charset="2"/>
              <a:buNone/>
              <a:defRPr/>
            </a:pPr>
            <a:endParaRPr lang="en-US" altLang="en-US">
              <a:solidFill>
                <a:schemeClr val="bg2"/>
              </a:solidFill>
              <a:latin typeface="Courier New" pitchFamily="49" charset="0"/>
            </a:endParaRPr>
          </a:p>
          <a:p>
            <a:pPr fontAlgn="auto">
              <a:lnSpc>
                <a:spcPct val="80000"/>
              </a:lnSpc>
              <a:buFont typeface="Monotype Sorts" pitchFamily="2" charset="2"/>
              <a:buNone/>
              <a:defRPr/>
            </a:pPr>
            <a:r>
              <a:rPr lang="en-US" altLang="en-US">
                <a:solidFill>
                  <a:schemeClr val="bg2"/>
                </a:solidFill>
                <a:latin typeface="Courier New" pitchFamily="49" charset="0"/>
              </a:rPr>
              <a:t>Next statement;</a:t>
            </a:r>
          </a:p>
        </p:txBody>
      </p:sp>
      <p:sp>
        <p:nvSpPr>
          <p:cNvPr id="45060"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45061" name="Rectangle 5"/>
          <p:cNvSpPr>
            <a:spLocks noChangeArrowheads="1"/>
          </p:cNvSpPr>
          <p:nvPr/>
        </p:nvSpPr>
        <p:spPr bwMode="auto">
          <a:xfrm>
            <a:off x="381000" y="1676400"/>
            <a:ext cx="2819400" cy="3048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302086" name="AutoShape 6"/>
          <p:cNvSpPr>
            <a:spLocks noChangeArrowheads="1"/>
          </p:cNvSpPr>
          <p:nvPr/>
        </p:nvSpPr>
        <p:spPr bwMode="auto">
          <a:xfrm>
            <a:off x="5715000" y="1371600"/>
            <a:ext cx="3200400" cy="1143000"/>
          </a:xfrm>
          <a:prstGeom prst="wedgeRoundRectCallout">
            <a:avLst>
              <a:gd name="adj1" fmla="val -142162"/>
              <a:gd name="adj2" fmla="val -4861"/>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statement2 throws an exception of type Exception2.</a:t>
            </a:r>
          </a:p>
        </p:txBody>
      </p:sp>
      <p:sp>
        <p:nvSpPr>
          <p:cNvPr id="2" name="Slide Number Placeholder 1"/>
          <p:cNvSpPr>
            <a:spLocks noGrp="1"/>
          </p:cNvSpPr>
          <p:nvPr>
            <p:ph type="sldNum" sz="quarter" idx="12"/>
          </p:nvPr>
        </p:nvSpPr>
        <p:spPr/>
        <p:txBody>
          <a:bodyPr/>
          <a:lstStyle/>
          <a:p>
            <a:fld id="{33D6E5A2-EC83-451F-A719-9AC1370DD5CF}" type="slidenum">
              <a:rPr lang="en-US" smtClean="0"/>
              <a:pPr/>
              <a:t>58</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17871340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2086"/>
                                        </p:tgtEl>
                                        <p:attrNameLst>
                                          <p:attrName>style.visibility</p:attrName>
                                        </p:attrNameLst>
                                      </p:cBhvr>
                                      <p:to>
                                        <p:strVal val="visible"/>
                                      </p:to>
                                    </p:set>
                                    <p:anim calcmode="lin" valueType="num">
                                      <p:cBhvr additive="base">
                                        <p:cTn id="7" dur="500" fill="hold"/>
                                        <p:tgtEl>
                                          <p:spTgt spid="302086"/>
                                        </p:tgtEl>
                                        <p:attrNameLst>
                                          <p:attrName>ppt_x</p:attrName>
                                        </p:attrNameLst>
                                      </p:cBhvr>
                                      <p:tavLst>
                                        <p:tav tm="0">
                                          <p:val>
                                            <p:strVal val="0-#ppt_w/2"/>
                                          </p:val>
                                        </p:tav>
                                        <p:tav tm="100000">
                                          <p:val>
                                            <p:strVal val="#ppt_x"/>
                                          </p:val>
                                        </p:tav>
                                      </p:tavLst>
                                    </p:anim>
                                    <p:anim calcmode="lin" valueType="num">
                                      <p:cBhvr additive="base">
                                        <p:cTn id="8" dur="500" fill="hold"/>
                                        <p:tgtEl>
                                          <p:spTgt spid="3020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a:xfrm>
            <a:off x="685800" y="304800"/>
            <a:ext cx="7772400" cy="533400"/>
          </a:xfrm>
          <a:solidFill>
            <a:srgbClr val="00B0F0"/>
          </a:solidFill>
        </p:spPr>
        <p:txBody>
          <a:bodyPr rtlCol="0">
            <a:normAutofit fontScale="90000"/>
          </a:bodyPr>
          <a:lstStyle/>
          <a:p>
            <a:pPr algn="ctr" fontAlgn="auto">
              <a:spcAft>
                <a:spcPts val="0"/>
              </a:spcAft>
              <a:defRPr/>
            </a:pPr>
            <a:r>
              <a:rPr lang="en-US" altLang="en-US" sz="4300" dirty="0">
                <a:solidFill>
                  <a:schemeClr val="bg1"/>
                </a:solidFill>
                <a:ea typeface="+mj-ea"/>
              </a:rPr>
              <a:t>Trace a Program Execution</a:t>
            </a:r>
          </a:p>
        </p:txBody>
      </p:sp>
      <p:sp>
        <p:nvSpPr>
          <p:cNvPr id="303108" name="Rectangle 4"/>
          <p:cNvSpPr>
            <a:spLocks noGrp="1" noChangeArrowheads="1"/>
          </p:cNvSpPr>
          <p:nvPr>
            <p:ph idx="1"/>
          </p:nvPr>
        </p:nvSpPr>
        <p:spPr>
          <a:xfrm>
            <a:off x="304800" y="1143000"/>
            <a:ext cx="4648200" cy="5105400"/>
          </a:xfrm>
          <a:solidFill>
            <a:srgbClr val="0070C0"/>
          </a:solidFill>
        </p:spPr>
        <p:txBody>
          <a:bodyPr rtlCol="0">
            <a:normAutofit fontScale="70000" lnSpcReduction="20000"/>
          </a:bodyPr>
          <a:lstStyle/>
          <a:p>
            <a:pPr fontAlgn="auto">
              <a:lnSpc>
                <a:spcPct val="80000"/>
              </a:lnSpc>
              <a:buFont typeface="Monotype Sorts" pitchFamily="2" charset="2"/>
              <a:buNone/>
              <a:defRPr/>
            </a:pPr>
            <a:r>
              <a:rPr lang="en-US" altLang="en-US" dirty="0">
                <a:solidFill>
                  <a:schemeClr val="bg2"/>
                </a:solidFill>
                <a:latin typeface="Courier New" pitchFamily="49" charset="0"/>
              </a:rPr>
              <a:t>try {  </a:t>
            </a:r>
          </a:p>
          <a:p>
            <a:pPr fontAlgn="auto">
              <a:lnSpc>
                <a:spcPct val="80000"/>
              </a:lnSpc>
              <a:buFont typeface="Monotype Sorts" pitchFamily="2" charset="2"/>
              <a:buNone/>
              <a:defRPr/>
            </a:pPr>
            <a:r>
              <a:rPr lang="en-US" altLang="en-US" dirty="0">
                <a:solidFill>
                  <a:schemeClr val="bg2"/>
                </a:solidFill>
                <a:latin typeface="Courier New" pitchFamily="49" charset="0"/>
              </a:rPr>
              <a:t>  statement1;</a:t>
            </a:r>
          </a:p>
          <a:p>
            <a:pPr fontAlgn="auto">
              <a:lnSpc>
                <a:spcPct val="80000"/>
              </a:lnSpc>
              <a:buFont typeface="Monotype Sorts" pitchFamily="2" charset="2"/>
              <a:buNone/>
              <a:defRPr/>
            </a:pPr>
            <a:r>
              <a:rPr lang="en-US" altLang="en-US" dirty="0">
                <a:solidFill>
                  <a:schemeClr val="bg2"/>
                </a:solidFill>
                <a:latin typeface="Courier New" pitchFamily="49" charset="0"/>
              </a:rPr>
              <a:t>  statement2;</a:t>
            </a:r>
          </a:p>
          <a:p>
            <a:pPr fontAlgn="auto">
              <a:lnSpc>
                <a:spcPct val="80000"/>
              </a:lnSpc>
              <a:buFont typeface="Monotype Sorts" pitchFamily="2" charset="2"/>
              <a:buNone/>
              <a:defRPr/>
            </a:pPr>
            <a:r>
              <a:rPr lang="en-US" altLang="en-US" dirty="0">
                <a:solidFill>
                  <a:schemeClr val="bg2"/>
                </a:solidFill>
                <a:latin typeface="Courier New" pitchFamily="49" charset="0"/>
              </a:rPr>
              <a:t>  statement3;</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r>
              <a:rPr lang="en-US" altLang="en-US" dirty="0">
                <a:solidFill>
                  <a:schemeClr val="bg2"/>
                </a:solidFill>
                <a:latin typeface="Courier New" pitchFamily="49" charset="0"/>
              </a:rPr>
              <a:t>catch(Exception1 ex) { </a:t>
            </a:r>
          </a:p>
          <a:p>
            <a:pPr fontAlgn="auto">
              <a:lnSpc>
                <a:spcPct val="80000"/>
              </a:lnSpc>
              <a:buFont typeface="Monotype Sorts" pitchFamily="2" charset="2"/>
              <a:buNone/>
              <a:defRPr/>
            </a:pPr>
            <a:r>
              <a:rPr lang="en-US" altLang="en-US"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r>
              <a:rPr lang="en-US" altLang="en-US" dirty="0">
                <a:solidFill>
                  <a:schemeClr val="bg2"/>
                </a:solidFill>
                <a:latin typeface="Courier New" pitchFamily="49" charset="0"/>
              </a:rPr>
              <a:t>catch(Exception2 ex) { </a:t>
            </a:r>
          </a:p>
          <a:p>
            <a:pPr fontAlgn="auto">
              <a:lnSpc>
                <a:spcPct val="80000"/>
              </a:lnSpc>
              <a:buFont typeface="Monotype Sorts" pitchFamily="2" charset="2"/>
              <a:buNone/>
              <a:defRPr/>
            </a:pPr>
            <a:r>
              <a:rPr lang="en-US" altLang="en-US"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dirty="0">
                <a:solidFill>
                  <a:schemeClr val="bg2"/>
                </a:solidFill>
                <a:latin typeface="Courier New" pitchFamily="49" charset="0"/>
              </a:rPr>
              <a:t>  throw ex;</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r>
              <a:rPr lang="en-US" altLang="en-US" dirty="0">
                <a:solidFill>
                  <a:schemeClr val="bg2"/>
                </a:solidFill>
                <a:latin typeface="Courier New" pitchFamily="49" charset="0"/>
              </a:rPr>
              <a:t>finally { </a:t>
            </a:r>
          </a:p>
          <a:p>
            <a:pPr fontAlgn="auto">
              <a:lnSpc>
                <a:spcPct val="80000"/>
              </a:lnSpc>
              <a:buFont typeface="Monotype Sorts" pitchFamily="2" charset="2"/>
              <a:buNone/>
              <a:defRPr/>
            </a:pPr>
            <a:r>
              <a:rPr lang="en-US" altLang="en-US" dirty="0">
                <a:solidFill>
                  <a:schemeClr val="bg2"/>
                </a:solidFill>
                <a:latin typeface="Courier New" pitchFamily="49" charset="0"/>
              </a:rPr>
              <a:t>  </a:t>
            </a:r>
            <a:r>
              <a:rPr lang="en-US" altLang="en-US" dirty="0" err="1">
                <a:solidFill>
                  <a:schemeClr val="bg2"/>
                </a:solidFill>
                <a:latin typeface="Courier New" pitchFamily="49" charset="0"/>
              </a:rPr>
              <a:t>finalStatements</a:t>
            </a:r>
            <a:r>
              <a:rPr lang="en-US" altLang="en-US" dirty="0">
                <a:solidFill>
                  <a:schemeClr val="bg2"/>
                </a:solidFill>
                <a:latin typeface="Courier New" pitchFamily="49" charset="0"/>
              </a:rPr>
              <a:t>; </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endParaRPr lang="en-US" altLang="en-US" dirty="0">
              <a:solidFill>
                <a:schemeClr val="bg2"/>
              </a:solidFill>
              <a:latin typeface="Courier New" pitchFamily="49" charset="0"/>
            </a:endParaRPr>
          </a:p>
          <a:p>
            <a:pPr fontAlgn="auto">
              <a:lnSpc>
                <a:spcPct val="80000"/>
              </a:lnSpc>
              <a:buFont typeface="Monotype Sorts" pitchFamily="2" charset="2"/>
              <a:buNone/>
              <a:defRPr/>
            </a:pPr>
            <a:r>
              <a:rPr lang="en-US" altLang="en-US" dirty="0">
                <a:solidFill>
                  <a:schemeClr val="bg2"/>
                </a:solidFill>
                <a:latin typeface="Courier New" pitchFamily="49" charset="0"/>
              </a:rPr>
              <a:t>Next statement;</a:t>
            </a:r>
          </a:p>
        </p:txBody>
      </p:sp>
      <p:sp>
        <p:nvSpPr>
          <p:cNvPr id="46084"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303110" name="AutoShape 6"/>
          <p:cNvSpPr>
            <a:spLocks noChangeArrowheads="1"/>
          </p:cNvSpPr>
          <p:nvPr/>
        </p:nvSpPr>
        <p:spPr bwMode="auto">
          <a:xfrm>
            <a:off x="5715000" y="1371600"/>
            <a:ext cx="3200400" cy="609600"/>
          </a:xfrm>
          <a:prstGeom prst="wedgeRoundRectCallout">
            <a:avLst>
              <a:gd name="adj1" fmla="val -136407"/>
              <a:gd name="adj2" fmla="val 337759"/>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Handling exception</a:t>
            </a:r>
          </a:p>
        </p:txBody>
      </p:sp>
      <p:sp>
        <p:nvSpPr>
          <p:cNvPr id="46086" name="Rectangle 7"/>
          <p:cNvSpPr>
            <a:spLocks noChangeArrowheads="1"/>
          </p:cNvSpPr>
          <p:nvPr/>
        </p:nvSpPr>
        <p:spPr bwMode="auto">
          <a:xfrm>
            <a:off x="381000" y="3581400"/>
            <a:ext cx="2819400" cy="3048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 name="Slide Number Placeholder 1"/>
          <p:cNvSpPr>
            <a:spLocks noGrp="1"/>
          </p:cNvSpPr>
          <p:nvPr>
            <p:ph type="sldNum" sz="quarter" idx="12"/>
          </p:nvPr>
        </p:nvSpPr>
        <p:spPr/>
        <p:txBody>
          <a:bodyPr/>
          <a:lstStyle/>
          <a:p>
            <a:fld id="{33D6E5A2-EC83-451F-A719-9AC1370DD5CF}" type="slidenum">
              <a:rPr lang="en-US" smtClean="0"/>
              <a:pPr/>
              <a:t>59</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11813789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3110"/>
                                        </p:tgtEl>
                                        <p:attrNameLst>
                                          <p:attrName>style.visibility</p:attrName>
                                        </p:attrNameLst>
                                      </p:cBhvr>
                                      <p:to>
                                        <p:strVal val="visible"/>
                                      </p:to>
                                    </p:set>
                                    <p:anim calcmode="lin" valueType="num">
                                      <p:cBhvr additive="base">
                                        <p:cTn id="7" dur="500" fill="hold"/>
                                        <p:tgtEl>
                                          <p:spTgt spid="303110"/>
                                        </p:tgtEl>
                                        <p:attrNameLst>
                                          <p:attrName>ppt_x</p:attrName>
                                        </p:attrNameLst>
                                      </p:cBhvr>
                                      <p:tavLst>
                                        <p:tav tm="0">
                                          <p:val>
                                            <p:strVal val="0-#ppt_w/2"/>
                                          </p:val>
                                        </p:tav>
                                        <p:tav tm="100000">
                                          <p:val>
                                            <p:strVal val="#ppt_x"/>
                                          </p:val>
                                        </p:tav>
                                      </p:tavLst>
                                    </p:anim>
                                    <p:anim calcmode="lin" valueType="num">
                                      <p:cBhvr additive="base">
                                        <p:cTn id="8" dur="500" fill="hold"/>
                                        <p:tgtEl>
                                          <p:spTgt spid="3031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a:xfrm>
            <a:off x="685800" y="304800"/>
            <a:ext cx="7772400" cy="533400"/>
          </a:xfrm>
          <a:solidFill>
            <a:srgbClr val="00B0F0"/>
          </a:solidFill>
        </p:spPr>
        <p:txBody>
          <a:bodyPr rtlCol="0">
            <a:normAutofit fontScale="90000"/>
          </a:bodyPr>
          <a:lstStyle/>
          <a:p>
            <a:pPr fontAlgn="auto">
              <a:spcAft>
                <a:spcPts val="0"/>
              </a:spcAft>
              <a:defRPr/>
            </a:pPr>
            <a:r>
              <a:rPr lang="en-US" altLang="en-US" sz="4300" dirty="0">
                <a:solidFill>
                  <a:schemeClr val="bg1"/>
                </a:solidFill>
                <a:ea typeface="+mj-ea"/>
              </a:rPr>
              <a:t>Trace a Program Execution</a:t>
            </a:r>
          </a:p>
        </p:txBody>
      </p:sp>
      <p:sp>
        <p:nvSpPr>
          <p:cNvPr id="305156" name="Rectangle 4"/>
          <p:cNvSpPr>
            <a:spLocks noGrp="1" noChangeArrowheads="1"/>
          </p:cNvSpPr>
          <p:nvPr>
            <p:ph idx="1"/>
          </p:nvPr>
        </p:nvSpPr>
        <p:spPr>
          <a:xfrm>
            <a:off x="304800" y="1143000"/>
            <a:ext cx="4648200" cy="5105400"/>
          </a:xfrm>
          <a:solidFill>
            <a:srgbClr val="0070C0"/>
          </a:solidFill>
        </p:spPr>
        <p:txBody>
          <a:bodyPr rtlCol="0">
            <a:normAutofit fontScale="70000" lnSpcReduction="20000"/>
          </a:bodyPr>
          <a:lstStyle/>
          <a:p>
            <a:pPr fontAlgn="auto">
              <a:lnSpc>
                <a:spcPct val="80000"/>
              </a:lnSpc>
              <a:buFont typeface="Monotype Sorts" pitchFamily="2" charset="2"/>
              <a:buNone/>
              <a:defRPr/>
            </a:pPr>
            <a:r>
              <a:rPr lang="en-US" altLang="en-US" dirty="0">
                <a:solidFill>
                  <a:schemeClr val="bg2"/>
                </a:solidFill>
                <a:latin typeface="Courier New" pitchFamily="49" charset="0"/>
              </a:rPr>
              <a:t>try {  </a:t>
            </a:r>
          </a:p>
          <a:p>
            <a:pPr fontAlgn="auto">
              <a:lnSpc>
                <a:spcPct val="80000"/>
              </a:lnSpc>
              <a:buFont typeface="Monotype Sorts" pitchFamily="2" charset="2"/>
              <a:buNone/>
              <a:defRPr/>
            </a:pPr>
            <a:r>
              <a:rPr lang="en-US" altLang="en-US" dirty="0">
                <a:solidFill>
                  <a:schemeClr val="bg2"/>
                </a:solidFill>
                <a:latin typeface="Courier New" pitchFamily="49" charset="0"/>
              </a:rPr>
              <a:t>  statement1;</a:t>
            </a:r>
          </a:p>
          <a:p>
            <a:pPr fontAlgn="auto">
              <a:lnSpc>
                <a:spcPct val="80000"/>
              </a:lnSpc>
              <a:buFont typeface="Monotype Sorts" pitchFamily="2" charset="2"/>
              <a:buNone/>
              <a:defRPr/>
            </a:pPr>
            <a:r>
              <a:rPr lang="en-US" altLang="en-US" dirty="0">
                <a:solidFill>
                  <a:schemeClr val="bg2"/>
                </a:solidFill>
                <a:latin typeface="Courier New" pitchFamily="49" charset="0"/>
              </a:rPr>
              <a:t>  statement2;</a:t>
            </a:r>
          </a:p>
          <a:p>
            <a:pPr fontAlgn="auto">
              <a:lnSpc>
                <a:spcPct val="80000"/>
              </a:lnSpc>
              <a:buFont typeface="Monotype Sorts" pitchFamily="2" charset="2"/>
              <a:buNone/>
              <a:defRPr/>
            </a:pPr>
            <a:r>
              <a:rPr lang="en-US" altLang="en-US" dirty="0">
                <a:solidFill>
                  <a:schemeClr val="bg2"/>
                </a:solidFill>
                <a:latin typeface="Courier New" pitchFamily="49" charset="0"/>
              </a:rPr>
              <a:t>  statement3;</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r>
              <a:rPr lang="en-US" altLang="en-US" dirty="0">
                <a:solidFill>
                  <a:schemeClr val="bg2"/>
                </a:solidFill>
                <a:latin typeface="Courier New" pitchFamily="49" charset="0"/>
              </a:rPr>
              <a:t>catch(Exception1 ex) { </a:t>
            </a:r>
          </a:p>
          <a:p>
            <a:pPr fontAlgn="auto">
              <a:lnSpc>
                <a:spcPct val="80000"/>
              </a:lnSpc>
              <a:buFont typeface="Monotype Sorts" pitchFamily="2" charset="2"/>
              <a:buNone/>
              <a:defRPr/>
            </a:pPr>
            <a:r>
              <a:rPr lang="en-US" altLang="en-US"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r>
              <a:rPr lang="en-US" altLang="en-US" dirty="0">
                <a:solidFill>
                  <a:schemeClr val="bg2"/>
                </a:solidFill>
                <a:latin typeface="Courier New" pitchFamily="49" charset="0"/>
              </a:rPr>
              <a:t>catch(Exception2 ex) { </a:t>
            </a:r>
          </a:p>
          <a:p>
            <a:pPr fontAlgn="auto">
              <a:lnSpc>
                <a:spcPct val="80000"/>
              </a:lnSpc>
              <a:buFont typeface="Monotype Sorts" pitchFamily="2" charset="2"/>
              <a:buNone/>
              <a:defRPr/>
            </a:pPr>
            <a:r>
              <a:rPr lang="en-US" altLang="en-US"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dirty="0">
                <a:solidFill>
                  <a:schemeClr val="bg2"/>
                </a:solidFill>
                <a:latin typeface="Courier New" pitchFamily="49" charset="0"/>
              </a:rPr>
              <a:t>  throw ex;</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r>
              <a:rPr lang="en-US" altLang="en-US" dirty="0">
                <a:solidFill>
                  <a:schemeClr val="bg2"/>
                </a:solidFill>
                <a:latin typeface="Courier New" pitchFamily="49" charset="0"/>
              </a:rPr>
              <a:t>finally { </a:t>
            </a:r>
          </a:p>
          <a:p>
            <a:pPr fontAlgn="auto">
              <a:lnSpc>
                <a:spcPct val="80000"/>
              </a:lnSpc>
              <a:buFont typeface="Monotype Sorts" pitchFamily="2" charset="2"/>
              <a:buNone/>
              <a:defRPr/>
            </a:pPr>
            <a:r>
              <a:rPr lang="en-US" altLang="en-US" dirty="0">
                <a:solidFill>
                  <a:schemeClr val="bg2"/>
                </a:solidFill>
                <a:latin typeface="Courier New" pitchFamily="49" charset="0"/>
              </a:rPr>
              <a:t>  </a:t>
            </a:r>
            <a:r>
              <a:rPr lang="en-US" altLang="en-US" dirty="0" err="1">
                <a:solidFill>
                  <a:schemeClr val="bg2"/>
                </a:solidFill>
                <a:latin typeface="Courier New" pitchFamily="49" charset="0"/>
              </a:rPr>
              <a:t>finalStatements</a:t>
            </a:r>
            <a:r>
              <a:rPr lang="en-US" altLang="en-US" dirty="0">
                <a:solidFill>
                  <a:schemeClr val="bg2"/>
                </a:solidFill>
                <a:latin typeface="Courier New" pitchFamily="49" charset="0"/>
              </a:rPr>
              <a:t>; </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endParaRPr lang="en-US" altLang="en-US" dirty="0">
              <a:solidFill>
                <a:schemeClr val="bg2"/>
              </a:solidFill>
              <a:latin typeface="Courier New" pitchFamily="49" charset="0"/>
            </a:endParaRPr>
          </a:p>
          <a:p>
            <a:pPr fontAlgn="auto">
              <a:lnSpc>
                <a:spcPct val="80000"/>
              </a:lnSpc>
              <a:buFont typeface="Monotype Sorts" pitchFamily="2" charset="2"/>
              <a:buNone/>
              <a:defRPr/>
            </a:pPr>
            <a:r>
              <a:rPr lang="en-US" altLang="en-US" dirty="0">
                <a:solidFill>
                  <a:schemeClr val="bg2"/>
                </a:solidFill>
                <a:latin typeface="Courier New" pitchFamily="49" charset="0"/>
              </a:rPr>
              <a:t>Next statement;</a:t>
            </a:r>
          </a:p>
        </p:txBody>
      </p:sp>
      <p:sp>
        <p:nvSpPr>
          <p:cNvPr id="47108"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305157" name="AutoShape 5"/>
          <p:cNvSpPr>
            <a:spLocks noChangeArrowheads="1"/>
          </p:cNvSpPr>
          <p:nvPr/>
        </p:nvSpPr>
        <p:spPr bwMode="auto">
          <a:xfrm>
            <a:off x="5715000" y="1371600"/>
            <a:ext cx="3200400" cy="609600"/>
          </a:xfrm>
          <a:prstGeom prst="wedgeRoundRectCallout">
            <a:avLst>
              <a:gd name="adj1" fmla="val -133681"/>
              <a:gd name="adj2" fmla="val 518231"/>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Execute the final block</a:t>
            </a:r>
          </a:p>
        </p:txBody>
      </p:sp>
      <p:sp>
        <p:nvSpPr>
          <p:cNvPr id="47110" name="Rectangle 6"/>
          <p:cNvSpPr>
            <a:spLocks noChangeArrowheads="1"/>
          </p:cNvSpPr>
          <p:nvPr/>
        </p:nvSpPr>
        <p:spPr bwMode="auto">
          <a:xfrm>
            <a:off x="381000" y="4724400"/>
            <a:ext cx="2819400" cy="3048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 name="Slide Number Placeholder 1"/>
          <p:cNvSpPr>
            <a:spLocks noGrp="1"/>
          </p:cNvSpPr>
          <p:nvPr>
            <p:ph type="sldNum" sz="quarter" idx="12"/>
          </p:nvPr>
        </p:nvSpPr>
        <p:spPr/>
        <p:txBody>
          <a:bodyPr/>
          <a:lstStyle/>
          <a:p>
            <a:fld id="{33D6E5A2-EC83-451F-A719-9AC1370DD5CF}" type="slidenum">
              <a:rPr lang="en-US" smtClean="0"/>
              <a:pPr/>
              <a:t>60</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11287691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5157"/>
                                        </p:tgtEl>
                                        <p:attrNameLst>
                                          <p:attrName>style.visibility</p:attrName>
                                        </p:attrNameLst>
                                      </p:cBhvr>
                                      <p:to>
                                        <p:strVal val="visible"/>
                                      </p:to>
                                    </p:set>
                                    <p:anim calcmode="lin" valueType="num">
                                      <p:cBhvr additive="base">
                                        <p:cTn id="7" dur="500" fill="hold"/>
                                        <p:tgtEl>
                                          <p:spTgt spid="305157"/>
                                        </p:tgtEl>
                                        <p:attrNameLst>
                                          <p:attrName>ppt_x</p:attrName>
                                        </p:attrNameLst>
                                      </p:cBhvr>
                                      <p:tavLst>
                                        <p:tav tm="0">
                                          <p:val>
                                            <p:strVal val="0-#ppt_w/2"/>
                                          </p:val>
                                        </p:tav>
                                        <p:tav tm="100000">
                                          <p:val>
                                            <p:strVal val="#ppt_x"/>
                                          </p:val>
                                        </p:tav>
                                      </p:tavLst>
                                    </p:anim>
                                    <p:anim calcmode="lin" valueType="num">
                                      <p:cBhvr additive="base">
                                        <p:cTn id="8" dur="500" fill="hold"/>
                                        <p:tgtEl>
                                          <p:spTgt spid="3051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a:xfrm>
            <a:off x="762000" y="304800"/>
            <a:ext cx="7772400" cy="533400"/>
          </a:xfrm>
          <a:solidFill>
            <a:srgbClr val="00B0F0"/>
          </a:solidFill>
        </p:spPr>
        <p:txBody>
          <a:bodyPr rtlCol="0">
            <a:normAutofit fontScale="90000"/>
          </a:bodyPr>
          <a:lstStyle/>
          <a:p>
            <a:pPr fontAlgn="auto">
              <a:spcAft>
                <a:spcPts val="0"/>
              </a:spcAft>
              <a:defRPr/>
            </a:pPr>
            <a:r>
              <a:rPr lang="en-US" altLang="en-US" sz="4300" dirty="0">
                <a:solidFill>
                  <a:schemeClr val="bg1"/>
                </a:solidFill>
                <a:ea typeface="+mj-ea"/>
              </a:rPr>
              <a:t>Trace a Program Execution</a:t>
            </a:r>
          </a:p>
        </p:txBody>
      </p:sp>
      <p:sp>
        <p:nvSpPr>
          <p:cNvPr id="304132" name="Rectangle 4"/>
          <p:cNvSpPr>
            <a:spLocks noGrp="1" noChangeArrowheads="1"/>
          </p:cNvSpPr>
          <p:nvPr>
            <p:ph idx="1"/>
          </p:nvPr>
        </p:nvSpPr>
        <p:spPr>
          <a:xfrm>
            <a:off x="304800" y="1143000"/>
            <a:ext cx="4648200" cy="5105400"/>
          </a:xfrm>
          <a:solidFill>
            <a:srgbClr val="0070C0"/>
          </a:solidFill>
        </p:spPr>
        <p:txBody>
          <a:bodyPr rtlCol="0">
            <a:normAutofit fontScale="70000" lnSpcReduction="20000"/>
          </a:bodyPr>
          <a:lstStyle/>
          <a:p>
            <a:pPr fontAlgn="auto">
              <a:lnSpc>
                <a:spcPct val="80000"/>
              </a:lnSpc>
              <a:buFont typeface="Monotype Sorts" pitchFamily="2" charset="2"/>
              <a:buNone/>
              <a:defRPr/>
            </a:pPr>
            <a:r>
              <a:rPr lang="en-US" altLang="en-US" dirty="0">
                <a:solidFill>
                  <a:schemeClr val="bg2"/>
                </a:solidFill>
                <a:latin typeface="Courier New" pitchFamily="49" charset="0"/>
              </a:rPr>
              <a:t>try {  </a:t>
            </a:r>
          </a:p>
          <a:p>
            <a:pPr fontAlgn="auto">
              <a:lnSpc>
                <a:spcPct val="80000"/>
              </a:lnSpc>
              <a:buFont typeface="Monotype Sorts" pitchFamily="2" charset="2"/>
              <a:buNone/>
              <a:defRPr/>
            </a:pPr>
            <a:r>
              <a:rPr lang="en-US" altLang="en-US" dirty="0">
                <a:solidFill>
                  <a:schemeClr val="bg2"/>
                </a:solidFill>
                <a:latin typeface="Courier New" pitchFamily="49" charset="0"/>
              </a:rPr>
              <a:t>  statement1;</a:t>
            </a:r>
          </a:p>
          <a:p>
            <a:pPr fontAlgn="auto">
              <a:lnSpc>
                <a:spcPct val="80000"/>
              </a:lnSpc>
              <a:buFont typeface="Monotype Sorts" pitchFamily="2" charset="2"/>
              <a:buNone/>
              <a:defRPr/>
            </a:pPr>
            <a:r>
              <a:rPr lang="en-US" altLang="en-US" dirty="0">
                <a:solidFill>
                  <a:schemeClr val="bg2"/>
                </a:solidFill>
                <a:latin typeface="Courier New" pitchFamily="49" charset="0"/>
              </a:rPr>
              <a:t>  statement2;</a:t>
            </a:r>
          </a:p>
          <a:p>
            <a:pPr fontAlgn="auto">
              <a:lnSpc>
                <a:spcPct val="80000"/>
              </a:lnSpc>
              <a:buFont typeface="Monotype Sorts" pitchFamily="2" charset="2"/>
              <a:buNone/>
              <a:defRPr/>
            </a:pPr>
            <a:r>
              <a:rPr lang="en-US" altLang="en-US" dirty="0">
                <a:solidFill>
                  <a:schemeClr val="bg2"/>
                </a:solidFill>
                <a:latin typeface="Courier New" pitchFamily="49" charset="0"/>
              </a:rPr>
              <a:t>  statement3;</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r>
              <a:rPr lang="en-US" altLang="en-US" dirty="0">
                <a:solidFill>
                  <a:schemeClr val="bg2"/>
                </a:solidFill>
                <a:latin typeface="Courier New" pitchFamily="49" charset="0"/>
              </a:rPr>
              <a:t>catch(Exception1 ex) { </a:t>
            </a:r>
          </a:p>
          <a:p>
            <a:pPr fontAlgn="auto">
              <a:lnSpc>
                <a:spcPct val="80000"/>
              </a:lnSpc>
              <a:buFont typeface="Monotype Sorts" pitchFamily="2" charset="2"/>
              <a:buNone/>
              <a:defRPr/>
            </a:pPr>
            <a:r>
              <a:rPr lang="en-US" altLang="en-US"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r>
              <a:rPr lang="en-US" altLang="en-US" dirty="0">
                <a:solidFill>
                  <a:schemeClr val="bg2"/>
                </a:solidFill>
                <a:latin typeface="Courier New" pitchFamily="49" charset="0"/>
              </a:rPr>
              <a:t>catch(Exception2 ex) { </a:t>
            </a:r>
          </a:p>
          <a:p>
            <a:pPr fontAlgn="auto">
              <a:lnSpc>
                <a:spcPct val="80000"/>
              </a:lnSpc>
              <a:buFont typeface="Monotype Sorts" pitchFamily="2" charset="2"/>
              <a:buNone/>
              <a:defRPr/>
            </a:pPr>
            <a:r>
              <a:rPr lang="en-US" altLang="en-US" dirty="0">
                <a:solidFill>
                  <a:schemeClr val="bg2"/>
                </a:solidFill>
                <a:latin typeface="Courier New" pitchFamily="49" charset="0"/>
              </a:rPr>
              <a:t>  handling ex; </a:t>
            </a:r>
          </a:p>
          <a:p>
            <a:pPr fontAlgn="auto">
              <a:lnSpc>
                <a:spcPct val="80000"/>
              </a:lnSpc>
              <a:buFont typeface="Monotype Sorts" pitchFamily="2" charset="2"/>
              <a:buNone/>
              <a:defRPr/>
            </a:pPr>
            <a:r>
              <a:rPr lang="en-US" altLang="en-US" dirty="0">
                <a:solidFill>
                  <a:schemeClr val="bg2"/>
                </a:solidFill>
                <a:latin typeface="Courier New" pitchFamily="49" charset="0"/>
              </a:rPr>
              <a:t>  throw ex;</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r>
              <a:rPr lang="en-US" altLang="en-US" dirty="0">
                <a:solidFill>
                  <a:schemeClr val="bg2"/>
                </a:solidFill>
                <a:latin typeface="Courier New" pitchFamily="49" charset="0"/>
              </a:rPr>
              <a:t>finally { </a:t>
            </a:r>
          </a:p>
          <a:p>
            <a:pPr fontAlgn="auto">
              <a:lnSpc>
                <a:spcPct val="80000"/>
              </a:lnSpc>
              <a:buFont typeface="Monotype Sorts" pitchFamily="2" charset="2"/>
              <a:buNone/>
              <a:defRPr/>
            </a:pPr>
            <a:r>
              <a:rPr lang="en-US" altLang="en-US" dirty="0">
                <a:solidFill>
                  <a:schemeClr val="bg2"/>
                </a:solidFill>
                <a:latin typeface="Courier New" pitchFamily="49" charset="0"/>
              </a:rPr>
              <a:t>  </a:t>
            </a:r>
            <a:r>
              <a:rPr lang="en-US" altLang="en-US" dirty="0" err="1">
                <a:solidFill>
                  <a:schemeClr val="bg2"/>
                </a:solidFill>
                <a:latin typeface="Courier New" pitchFamily="49" charset="0"/>
              </a:rPr>
              <a:t>finalStatements</a:t>
            </a:r>
            <a:r>
              <a:rPr lang="en-US" altLang="en-US" dirty="0">
                <a:solidFill>
                  <a:schemeClr val="bg2"/>
                </a:solidFill>
                <a:latin typeface="Courier New" pitchFamily="49" charset="0"/>
              </a:rPr>
              <a:t>; </a:t>
            </a:r>
          </a:p>
          <a:p>
            <a:pPr fontAlgn="auto">
              <a:lnSpc>
                <a:spcPct val="80000"/>
              </a:lnSpc>
              <a:buFont typeface="Monotype Sorts" pitchFamily="2" charset="2"/>
              <a:buNone/>
              <a:defRPr/>
            </a:pPr>
            <a:r>
              <a:rPr lang="en-US" altLang="en-US" dirty="0">
                <a:solidFill>
                  <a:schemeClr val="bg2"/>
                </a:solidFill>
                <a:latin typeface="Courier New" pitchFamily="49" charset="0"/>
              </a:rPr>
              <a:t>}</a:t>
            </a:r>
          </a:p>
          <a:p>
            <a:pPr fontAlgn="auto">
              <a:lnSpc>
                <a:spcPct val="80000"/>
              </a:lnSpc>
              <a:buFont typeface="Monotype Sorts" pitchFamily="2" charset="2"/>
              <a:buNone/>
              <a:defRPr/>
            </a:pPr>
            <a:endParaRPr lang="en-US" altLang="en-US" dirty="0">
              <a:solidFill>
                <a:schemeClr val="bg2"/>
              </a:solidFill>
              <a:latin typeface="Courier New" pitchFamily="49" charset="0"/>
            </a:endParaRPr>
          </a:p>
          <a:p>
            <a:pPr fontAlgn="auto">
              <a:lnSpc>
                <a:spcPct val="80000"/>
              </a:lnSpc>
              <a:buFont typeface="Monotype Sorts" pitchFamily="2" charset="2"/>
              <a:buNone/>
              <a:defRPr/>
            </a:pPr>
            <a:r>
              <a:rPr lang="en-US" altLang="en-US" dirty="0">
                <a:solidFill>
                  <a:schemeClr val="bg2"/>
                </a:solidFill>
                <a:latin typeface="Courier New" pitchFamily="49" charset="0"/>
              </a:rPr>
              <a:t>Next statement;</a:t>
            </a:r>
          </a:p>
        </p:txBody>
      </p:sp>
      <p:sp>
        <p:nvSpPr>
          <p:cNvPr id="48132" name="Rectangle 3"/>
          <p:cNvSpPr>
            <a:spLocks noChangeArrowheads="1"/>
          </p:cNvSpPr>
          <p:nvPr/>
        </p:nvSpPr>
        <p:spPr bwMode="auto">
          <a:xfrm>
            <a:off x="0" y="0"/>
            <a:ext cx="1524000" cy="381000"/>
          </a:xfrm>
          <a:prstGeom prst="rect">
            <a:avLst/>
          </a:prstGeom>
          <a:solidFill>
            <a:schemeClr val="tx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800">
                <a:solidFill>
                  <a:schemeClr val="bg2"/>
                </a:solidFill>
                <a:latin typeface="Forte" pitchFamily="66" charset="0"/>
              </a:rPr>
              <a:t>animation</a:t>
            </a:r>
          </a:p>
        </p:txBody>
      </p:sp>
      <p:sp>
        <p:nvSpPr>
          <p:cNvPr id="304133" name="AutoShape 5"/>
          <p:cNvSpPr>
            <a:spLocks noChangeArrowheads="1"/>
          </p:cNvSpPr>
          <p:nvPr/>
        </p:nvSpPr>
        <p:spPr bwMode="auto">
          <a:xfrm>
            <a:off x="5715000" y="1371600"/>
            <a:ext cx="3276600" cy="1143000"/>
          </a:xfrm>
          <a:prstGeom prst="wedgeRoundRectCallout">
            <a:avLst>
              <a:gd name="adj1" fmla="val -134398"/>
              <a:gd name="adj2" fmla="val 186528"/>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20000"/>
              </a:spcBef>
              <a:buClr>
                <a:schemeClr val="tx2"/>
              </a:buClr>
              <a:buSzPct val="75000"/>
              <a:buFont typeface="Monotype Sorts" pitchFamily="2" charset="2"/>
              <a:buNone/>
            </a:pPr>
            <a:r>
              <a:rPr lang="en-US" altLang="en-US"/>
              <a:t>Rethrow the exception and control is transferred to the caller</a:t>
            </a:r>
          </a:p>
        </p:txBody>
      </p:sp>
      <p:sp>
        <p:nvSpPr>
          <p:cNvPr id="48134" name="Rectangle 6"/>
          <p:cNvSpPr>
            <a:spLocks noChangeArrowheads="1"/>
          </p:cNvSpPr>
          <p:nvPr/>
        </p:nvSpPr>
        <p:spPr bwMode="auto">
          <a:xfrm>
            <a:off x="381000" y="3886200"/>
            <a:ext cx="2819400" cy="304800"/>
          </a:xfrm>
          <a:prstGeom prst="rect">
            <a:avLst/>
          </a:prstGeom>
          <a:solidFill>
            <a:schemeClr val="accent1">
              <a:alpha val="4509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2" name="Slide Number Placeholder 1"/>
          <p:cNvSpPr>
            <a:spLocks noGrp="1"/>
          </p:cNvSpPr>
          <p:nvPr>
            <p:ph type="sldNum" sz="quarter" idx="12"/>
          </p:nvPr>
        </p:nvSpPr>
        <p:spPr/>
        <p:txBody>
          <a:bodyPr/>
          <a:lstStyle/>
          <a:p>
            <a:fld id="{33D6E5A2-EC83-451F-A719-9AC1370DD5CF}" type="slidenum">
              <a:rPr lang="en-US" smtClean="0"/>
              <a:pPr/>
              <a:t>61</a:t>
            </a:fld>
            <a:endParaRPr lang="en-US" dirty="0"/>
          </a:p>
        </p:txBody>
      </p:sp>
      <p:pic>
        <p:nvPicPr>
          <p:cNvPr id="8"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39154604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4133"/>
                                        </p:tgtEl>
                                        <p:attrNameLst>
                                          <p:attrName>style.visibility</p:attrName>
                                        </p:attrNameLst>
                                      </p:cBhvr>
                                      <p:to>
                                        <p:strVal val="visible"/>
                                      </p:to>
                                    </p:set>
                                    <p:anim calcmode="lin" valueType="num">
                                      <p:cBhvr additive="base">
                                        <p:cTn id="7" dur="500" fill="hold"/>
                                        <p:tgtEl>
                                          <p:spTgt spid="304133"/>
                                        </p:tgtEl>
                                        <p:attrNameLst>
                                          <p:attrName>ppt_x</p:attrName>
                                        </p:attrNameLst>
                                      </p:cBhvr>
                                      <p:tavLst>
                                        <p:tav tm="0">
                                          <p:val>
                                            <p:strVal val="0-#ppt_w/2"/>
                                          </p:val>
                                        </p:tav>
                                        <p:tav tm="100000">
                                          <p:val>
                                            <p:strVal val="#ppt_x"/>
                                          </p:val>
                                        </p:tav>
                                      </p:tavLst>
                                    </p:anim>
                                    <p:anim calcmode="lin" valueType="num">
                                      <p:cBhvr additive="base">
                                        <p:cTn id="8" dur="500" fill="hold"/>
                                        <p:tgtEl>
                                          <p:spTgt spid="3041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ln>
                  <a:solidFill>
                    <a:schemeClr val="accent1">
                      <a:lumMod val="60000"/>
                      <a:lumOff val="40000"/>
                    </a:schemeClr>
                  </a:solidFill>
                </a:ln>
                <a:solidFill>
                  <a:schemeClr val="bg1"/>
                </a:solidFill>
                <a:latin typeface="Times New Roman" panose="02020603050405020304" pitchFamily="18" charset="0"/>
                <a:cs typeface="Times New Roman" panose="02020603050405020304" pitchFamily="18" charset="0"/>
              </a:rPr>
              <a:t>Activity</a:t>
            </a:r>
          </a:p>
        </p:txBody>
      </p:sp>
      <p:sp>
        <p:nvSpPr>
          <p:cNvPr id="2" name="Slide Number Placeholder 1"/>
          <p:cNvSpPr>
            <a:spLocks noGrp="1"/>
          </p:cNvSpPr>
          <p:nvPr>
            <p:ph type="sldNum" sz="quarter" idx="12"/>
          </p:nvPr>
        </p:nvSpPr>
        <p:spPr/>
        <p:txBody>
          <a:bodyPr/>
          <a:lstStyle/>
          <a:p>
            <a:fld id="{33D6E5A2-EC83-451F-A719-9AC1370DD5CF}" type="slidenum">
              <a:rPr lang="en-US" smtClean="0"/>
              <a:pPr/>
              <a:t>62</a:t>
            </a:fld>
            <a:endParaRPr lang="en-US" dirty="0"/>
          </a:p>
        </p:txBody>
      </p:sp>
      <p:pic>
        <p:nvPicPr>
          <p:cNvPr id="11267" name="Picture 3">
            <a:hlinkClick r:id="rId4" action="ppaction://hlinkfile"/>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1600200" y="1149398"/>
            <a:ext cx="4149090" cy="33659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482746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5800" y="0"/>
            <a:ext cx="7772400" cy="1428750"/>
          </a:xfrm>
          <a:solidFill>
            <a:srgbClr val="00B0F0"/>
          </a:solidFill>
        </p:spPr>
        <p:txBody>
          <a:bodyPr/>
          <a:lstStyle/>
          <a:p>
            <a:r>
              <a:rPr lang="en-US" altLang="en-US" dirty="0">
                <a:solidFill>
                  <a:schemeClr val="bg1"/>
                </a:solidFill>
                <a:cs typeface="Trebuchet MS" pitchFamily="34" charset="0"/>
              </a:rPr>
              <a:t>When to Throw Exceptions</a:t>
            </a:r>
            <a:endParaRPr lang="en-US" altLang="en-US" b="1" dirty="0">
              <a:solidFill>
                <a:schemeClr val="bg1"/>
              </a:solidFill>
              <a:cs typeface="Trebuchet MS" pitchFamily="34" charset="0"/>
            </a:endParaRPr>
          </a:p>
        </p:txBody>
      </p:sp>
      <p:sp>
        <p:nvSpPr>
          <p:cNvPr id="50179" name="Rectangle 3"/>
          <p:cNvSpPr>
            <a:spLocks noGrp="1" noChangeArrowheads="1"/>
          </p:cNvSpPr>
          <p:nvPr>
            <p:ph idx="1"/>
          </p:nvPr>
        </p:nvSpPr>
        <p:spPr>
          <a:xfrm>
            <a:off x="381000" y="1371600"/>
            <a:ext cx="8458200" cy="4724400"/>
          </a:xfrm>
        </p:spPr>
        <p:txBody>
          <a:bodyPr/>
          <a:lstStyle/>
          <a:p>
            <a:pPr>
              <a:spcAft>
                <a:spcPts val="1200"/>
              </a:spcAft>
            </a:pPr>
            <a:r>
              <a:rPr lang="en-US" altLang="en-US">
                <a:cs typeface="Times New Roman" pitchFamily="18" charset="0"/>
              </a:rPr>
              <a:t>An exception occurs in a method. If you want the exception to be processed by its caller, you should create an exception object and throw it. If you can handle the exception in the method where it occurs, there is no need to throw it</a:t>
            </a:r>
            <a:r>
              <a:rPr lang="en-US" altLang="en-US"/>
              <a:t>.</a:t>
            </a:r>
          </a:p>
        </p:txBody>
      </p:sp>
      <p:sp>
        <p:nvSpPr>
          <p:cNvPr id="2" name="Slide Number Placeholder 1"/>
          <p:cNvSpPr>
            <a:spLocks noGrp="1"/>
          </p:cNvSpPr>
          <p:nvPr>
            <p:ph type="sldNum" sz="quarter" idx="12"/>
          </p:nvPr>
        </p:nvSpPr>
        <p:spPr/>
        <p:txBody>
          <a:bodyPr/>
          <a:lstStyle/>
          <a:p>
            <a:fld id="{33D6E5A2-EC83-451F-A719-9AC1370DD5CF}" type="slidenum">
              <a:rPr lang="en-US" smtClean="0"/>
              <a:pPr/>
              <a:t>63</a:t>
            </a:fld>
            <a:endParaRPr lang="en-US" dirty="0"/>
          </a:p>
        </p:txBody>
      </p:sp>
      <p:pic>
        <p:nvPicPr>
          <p:cNvPr id="5"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2337626558"/>
      </p:ext>
    </p:extLst>
  </p:cSld>
  <p:clrMapOvr>
    <a:masterClrMapping/>
  </p:clrMapOvr>
  <p:transition spd="slow">
    <p:wipe dir="d"/>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76200" y="0"/>
            <a:ext cx="7924800" cy="1066800"/>
          </a:xfrm>
          <a:solidFill>
            <a:srgbClr val="00B0F0"/>
          </a:solidFill>
        </p:spPr>
        <p:txBody>
          <a:bodyPr/>
          <a:lstStyle/>
          <a:p>
            <a:pPr algn="ctr"/>
            <a:r>
              <a:rPr lang="en-US" altLang="en-US" dirty="0">
                <a:solidFill>
                  <a:schemeClr val="bg1"/>
                </a:solidFill>
                <a:cs typeface="Trebuchet MS" pitchFamily="34" charset="0"/>
              </a:rPr>
              <a:t>When to Use Exceptions</a:t>
            </a:r>
            <a:endParaRPr lang="en-US" altLang="en-US" b="1" dirty="0">
              <a:solidFill>
                <a:schemeClr val="bg1"/>
              </a:solidFill>
              <a:cs typeface="Trebuchet MS" pitchFamily="34" charset="0"/>
            </a:endParaRPr>
          </a:p>
        </p:txBody>
      </p:sp>
      <p:sp>
        <p:nvSpPr>
          <p:cNvPr id="279555" name="Rectangle 3"/>
          <p:cNvSpPr>
            <a:spLocks noGrp="1" noChangeArrowheads="1"/>
          </p:cNvSpPr>
          <p:nvPr>
            <p:ph idx="1"/>
          </p:nvPr>
        </p:nvSpPr>
        <p:spPr>
          <a:xfrm>
            <a:off x="381000" y="1371600"/>
            <a:ext cx="8458200" cy="1676400"/>
          </a:xfrm>
        </p:spPr>
        <p:txBody>
          <a:bodyPr rtlCol="0">
            <a:normAutofit/>
          </a:bodyPr>
          <a:lstStyle/>
          <a:p>
            <a:pPr marL="0" indent="0" fontAlgn="auto">
              <a:lnSpc>
                <a:spcPct val="90000"/>
              </a:lnSpc>
              <a:spcAft>
                <a:spcPts val="1200"/>
              </a:spcAft>
              <a:buFont typeface="Monotype Sorts" pitchFamily="2" charset="2"/>
              <a:buNone/>
              <a:defRPr/>
            </a:pPr>
            <a:r>
              <a:rPr lang="en-US" altLang="en-US" sz="2800">
                <a:cs typeface="Times New Roman" pitchFamily="18" charset="0"/>
              </a:rPr>
              <a:t>When should you use the try-catch block in the code? You should use it to deal with unexpected error conditions. Do not use it to deal with simple, expected situations. For example, the following code </a:t>
            </a:r>
          </a:p>
        </p:txBody>
      </p:sp>
      <p:sp>
        <p:nvSpPr>
          <p:cNvPr id="51204" name="Rectangle 4"/>
          <p:cNvSpPr>
            <a:spLocks noChangeArrowheads="1"/>
          </p:cNvSpPr>
          <p:nvPr/>
        </p:nvSpPr>
        <p:spPr bwMode="auto">
          <a:xfrm>
            <a:off x="381000" y="3200400"/>
            <a:ext cx="8458200" cy="3048000"/>
          </a:xfrm>
          <a:prstGeom prst="rect">
            <a:avLst/>
          </a:prstGeom>
          <a:solidFill>
            <a:srgbClr val="0070C0"/>
          </a:solidFill>
          <a:ln>
            <a:noFill/>
          </a:ln>
          <a:effectLst/>
        </p:spPr>
        <p:txBody>
          <a:bodyPr lIns="92075" tIns="46038" rIns="92075" bIns="46038"/>
          <a:lstStyle>
            <a:lvl1pPr>
              <a:spcBef>
                <a:spcPct val="20000"/>
              </a:spcBef>
              <a:spcAft>
                <a:spcPts val="600"/>
              </a:spcAft>
              <a:buClr>
                <a:schemeClr val="tx2"/>
              </a:buClr>
              <a:buFont typeface="Wingdings 2" pitchFamily="18" charset="2"/>
              <a:buChar char=""/>
              <a:defRPr>
                <a:solidFill>
                  <a:schemeClr val="tx1"/>
                </a:solidFill>
                <a:latin typeface="Verdana" pitchFamily="34" charset="0"/>
              </a:defRPr>
            </a:lvl1pPr>
            <a:lvl2pPr marL="742950" indent="-285750">
              <a:spcBef>
                <a:spcPct val="20000"/>
              </a:spcBef>
              <a:spcAft>
                <a:spcPts val="600"/>
              </a:spcAft>
              <a:buClr>
                <a:schemeClr val="tx2"/>
              </a:buClr>
              <a:buFont typeface="Wingdings 2" pitchFamily="18" charset="2"/>
              <a:buChar char=""/>
              <a:defRPr sz="1600">
                <a:solidFill>
                  <a:schemeClr val="tx1"/>
                </a:solidFill>
                <a:latin typeface="Verdana" pitchFamily="34" charset="0"/>
              </a:defRPr>
            </a:lvl2pPr>
            <a:lvl3pPr marL="1143000" indent="-228600">
              <a:spcBef>
                <a:spcPct val="20000"/>
              </a:spcBef>
              <a:spcAft>
                <a:spcPts val="600"/>
              </a:spcAft>
              <a:buClr>
                <a:schemeClr val="tx2"/>
              </a:buClr>
              <a:buFont typeface="Wingdings 2" pitchFamily="18" charset="2"/>
              <a:buChar char=""/>
              <a:defRPr sz="1400">
                <a:solidFill>
                  <a:schemeClr val="tx1"/>
                </a:solidFill>
                <a:latin typeface="Verdana" pitchFamily="34" charset="0"/>
              </a:defRPr>
            </a:lvl3pPr>
            <a:lvl4pPr marL="1600200" indent="-228600">
              <a:spcBef>
                <a:spcPct val="20000"/>
              </a:spcBef>
              <a:spcAft>
                <a:spcPts val="600"/>
              </a:spcAft>
              <a:buClr>
                <a:schemeClr val="tx2"/>
              </a:buClr>
              <a:buFont typeface="Wingdings 2" pitchFamily="18" charset="2"/>
              <a:buChar char=""/>
              <a:defRPr sz="1200">
                <a:solidFill>
                  <a:schemeClr val="tx1"/>
                </a:solidFill>
                <a:latin typeface="Verdana" pitchFamily="34" charset="0"/>
              </a:defRPr>
            </a:lvl4pPr>
            <a:lvl5pPr marL="2057400" indent="-228600">
              <a:spcBef>
                <a:spcPct val="20000"/>
              </a:spcBef>
              <a:spcAft>
                <a:spcPts val="600"/>
              </a:spcAft>
              <a:buClr>
                <a:schemeClr val="tx2"/>
              </a:buClr>
              <a:buFont typeface="Wingdings 2" pitchFamily="18" charset="2"/>
              <a:buChar char=""/>
              <a:defRPr sz="1200">
                <a:solidFill>
                  <a:schemeClr val="tx1"/>
                </a:solidFill>
                <a:latin typeface="Verdana" pitchFamily="34" charset="0"/>
              </a:defRPr>
            </a:lvl5pPr>
            <a:lvl6pPr marL="2514600" indent="-228600" fontAlgn="base">
              <a:spcBef>
                <a:spcPct val="20000"/>
              </a:spcBef>
              <a:spcAft>
                <a:spcPts val="600"/>
              </a:spcAft>
              <a:buClr>
                <a:schemeClr val="tx2"/>
              </a:buClr>
              <a:buFont typeface="Wingdings 2" pitchFamily="18" charset="2"/>
              <a:buChar char=""/>
              <a:defRPr sz="1200">
                <a:solidFill>
                  <a:schemeClr val="tx1"/>
                </a:solidFill>
                <a:latin typeface="Verdana" pitchFamily="34" charset="0"/>
              </a:defRPr>
            </a:lvl6pPr>
            <a:lvl7pPr marL="2971800" indent="-228600" fontAlgn="base">
              <a:spcBef>
                <a:spcPct val="20000"/>
              </a:spcBef>
              <a:spcAft>
                <a:spcPts val="600"/>
              </a:spcAft>
              <a:buClr>
                <a:schemeClr val="tx2"/>
              </a:buClr>
              <a:buFont typeface="Wingdings 2" pitchFamily="18" charset="2"/>
              <a:buChar char=""/>
              <a:defRPr sz="1200">
                <a:solidFill>
                  <a:schemeClr val="tx1"/>
                </a:solidFill>
                <a:latin typeface="Verdana" pitchFamily="34" charset="0"/>
              </a:defRPr>
            </a:lvl7pPr>
            <a:lvl8pPr marL="3429000" indent="-228600" fontAlgn="base">
              <a:spcBef>
                <a:spcPct val="20000"/>
              </a:spcBef>
              <a:spcAft>
                <a:spcPts val="600"/>
              </a:spcAft>
              <a:buClr>
                <a:schemeClr val="tx2"/>
              </a:buClr>
              <a:buFont typeface="Wingdings 2" pitchFamily="18" charset="2"/>
              <a:buChar char=""/>
              <a:defRPr sz="1200">
                <a:solidFill>
                  <a:schemeClr val="tx1"/>
                </a:solidFill>
                <a:latin typeface="Verdana" pitchFamily="34" charset="0"/>
              </a:defRPr>
            </a:lvl8pPr>
            <a:lvl9pPr marL="3886200" indent="-228600" fontAlgn="base">
              <a:spcBef>
                <a:spcPct val="20000"/>
              </a:spcBef>
              <a:spcAft>
                <a:spcPts val="600"/>
              </a:spcAft>
              <a:buClr>
                <a:schemeClr val="tx2"/>
              </a:buClr>
              <a:buFont typeface="Wingdings 2" pitchFamily="18" charset="2"/>
              <a:buChar char=""/>
              <a:defRPr sz="1200">
                <a:solidFill>
                  <a:schemeClr val="tx1"/>
                </a:solidFill>
                <a:latin typeface="Verdana" pitchFamily="34" charset="0"/>
              </a:defRPr>
            </a:lvl9pPr>
          </a:lstStyle>
          <a:p>
            <a:pPr>
              <a:lnSpc>
                <a:spcPct val="90000"/>
              </a:lnSpc>
              <a:spcAft>
                <a:spcPts val="1200"/>
              </a:spcAft>
              <a:buSzPct val="75000"/>
              <a:buFont typeface="Monotype Sorts" pitchFamily="2" charset="2"/>
              <a:buNone/>
            </a:pPr>
            <a:r>
              <a:rPr lang="en-US" altLang="en-US">
                <a:solidFill>
                  <a:schemeClr val="bg2"/>
                </a:solidFill>
                <a:latin typeface="Courier New" pitchFamily="49" charset="0"/>
                <a:cs typeface="Times New Roman" pitchFamily="18" charset="0"/>
              </a:rPr>
              <a:t>try {</a:t>
            </a:r>
          </a:p>
          <a:p>
            <a:pPr>
              <a:lnSpc>
                <a:spcPct val="90000"/>
              </a:lnSpc>
              <a:spcAft>
                <a:spcPts val="1200"/>
              </a:spcAft>
              <a:buSzPct val="75000"/>
              <a:buFont typeface="Monotype Sorts" pitchFamily="2" charset="2"/>
              <a:buNone/>
            </a:pPr>
            <a:r>
              <a:rPr lang="en-US" altLang="en-US">
                <a:solidFill>
                  <a:schemeClr val="bg2"/>
                </a:solidFill>
                <a:latin typeface="Courier New" pitchFamily="49" charset="0"/>
                <a:cs typeface="Times New Roman" pitchFamily="18" charset="0"/>
              </a:rPr>
              <a:t>  System.out.println(refVar.toString());</a:t>
            </a:r>
          </a:p>
          <a:p>
            <a:pPr>
              <a:lnSpc>
                <a:spcPct val="90000"/>
              </a:lnSpc>
              <a:spcAft>
                <a:spcPts val="1200"/>
              </a:spcAft>
              <a:buSzPct val="75000"/>
              <a:buFont typeface="Monotype Sorts" pitchFamily="2" charset="2"/>
              <a:buNone/>
            </a:pPr>
            <a:r>
              <a:rPr lang="en-US" altLang="en-US">
                <a:solidFill>
                  <a:schemeClr val="bg2"/>
                </a:solidFill>
                <a:latin typeface="Courier New" pitchFamily="49" charset="0"/>
                <a:cs typeface="Times New Roman" pitchFamily="18" charset="0"/>
              </a:rPr>
              <a:t>}</a:t>
            </a:r>
          </a:p>
          <a:p>
            <a:pPr>
              <a:lnSpc>
                <a:spcPct val="90000"/>
              </a:lnSpc>
              <a:spcAft>
                <a:spcPts val="1200"/>
              </a:spcAft>
              <a:buSzPct val="75000"/>
              <a:buFont typeface="Monotype Sorts" pitchFamily="2" charset="2"/>
              <a:buNone/>
            </a:pPr>
            <a:r>
              <a:rPr lang="en-US" altLang="en-US">
                <a:solidFill>
                  <a:schemeClr val="bg2"/>
                </a:solidFill>
                <a:latin typeface="Courier New" pitchFamily="49" charset="0"/>
                <a:cs typeface="Times New Roman" pitchFamily="18" charset="0"/>
              </a:rPr>
              <a:t>catch (NullPointerException ex) {</a:t>
            </a:r>
          </a:p>
          <a:p>
            <a:pPr>
              <a:lnSpc>
                <a:spcPct val="90000"/>
              </a:lnSpc>
              <a:spcAft>
                <a:spcPts val="1200"/>
              </a:spcAft>
              <a:buSzPct val="75000"/>
              <a:buFont typeface="Monotype Sorts" pitchFamily="2" charset="2"/>
              <a:buNone/>
            </a:pPr>
            <a:r>
              <a:rPr lang="en-US" altLang="en-US">
                <a:solidFill>
                  <a:schemeClr val="bg2"/>
                </a:solidFill>
                <a:latin typeface="Courier New" pitchFamily="49" charset="0"/>
                <a:cs typeface="Times New Roman" pitchFamily="18" charset="0"/>
              </a:rPr>
              <a:t>  System.out.println("refVar is null");</a:t>
            </a:r>
          </a:p>
          <a:p>
            <a:pPr>
              <a:lnSpc>
                <a:spcPct val="90000"/>
              </a:lnSpc>
              <a:spcAft>
                <a:spcPts val="1200"/>
              </a:spcAft>
              <a:buSzPct val="75000"/>
              <a:buFont typeface="Monotype Sorts" pitchFamily="2" charset="2"/>
              <a:buNone/>
            </a:pPr>
            <a:r>
              <a:rPr lang="en-US" altLang="en-US">
                <a:solidFill>
                  <a:schemeClr val="bg2"/>
                </a:solidFill>
                <a:latin typeface="Courier New" pitchFamily="49" charset="0"/>
                <a:cs typeface="Times New Roman" pitchFamily="18" charset="0"/>
              </a:rPr>
              <a:t>}</a:t>
            </a:r>
          </a:p>
        </p:txBody>
      </p:sp>
      <p:sp>
        <p:nvSpPr>
          <p:cNvPr id="2" name="Slide Number Placeholder 1"/>
          <p:cNvSpPr>
            <a:spLocks noGrp="1"/>
          </p:cNvSpPr>
          <p:nvPr>
            <p:ph type="sldNum" sz="quarter" idx="12"/>
          </p:nvPr>
        </p:nvSpPr>
        <p:spPr/>
        <p:txBody>
          <a:bodyPr/>
          <a:lstStyle/>
          <a:p>
            <a:fld id="{33D6E5A2-EC83-451F-A719-9AC1370DD5CF}" type="slidenum">
              <a:rPr lang="en-US" smtClean="0"/>
              <a:pPr/>
              <a:t>64</a:t>
            </a:fld>
            <a:endParaRPr lang="en-US" dirty="0"/>
          </a:p>
        </p:txBody>
      </p:sp>
      <p:pic>
        <p:nvPicPr>
          <p:cNvPr id="6"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1749949514"/>
      </p:ext>
    </p:extLst>
  </p:cSld>
  <p:clrMapOvr>
    <a:masterClrMapping/>
  </p:clrMapOvr>
  <p:transition spd="slow">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76200" y="0"/>
            <a:ext cx="8534400" cy="762000"/>
          </a:xfrm>
          <a:solidFill>
            <a:srgbClr val="00B0F0"/>
          </a:solidFill>
        </p:spPr>
        <p:txBody>
          <a:bodyPr/>
          <a:lstStyle/>
          <a:p>
            <a:pPr algn="ctr"/>
            <a:r>
              <a:rPr lang="en-US" altLang="en-US" dirty="0">
                <a:solidFill>
                  <a:schemeClr val="bg1"/>
                </a:solidFill>
                <a:cs typeface="Trebuchet MS" pitchFamily="34" charset="0"/>
              </a:rPr>
              <a:t>When to Use Exceptions</a:t>
            </a:r>
            <a:endParaRPr lang="en-US" altLang="en-US" b="1" dirty="0">
              <a:solidFill>
                <a:schemeClr val="bg1"/>
              </a:solidFill>
              <a:cs typeface="Trebuchet MS" pitchFamily="34" charset="0"/>
            </a:endParaRPr>
          </a:p>
        </p:txBody>
      </p:sp>
      <p:sp>
        <p:nvSpPr>
          <p:cNvPr id="52227" name="Rectangle 3"/>
          <p:cNvSpPr>
            <a:spLocks noGrp="1" noChangeArrowheads="1"/>
          </p:cNvSpPr>
          <p:nvPr>
            <p:ph idx="1"/>
          </p:nvPr>
        </p:nvSpPr>
        <p:spPr>
          <a:xfrm>
            <a:off x="381000" y="1371600"/>
            <a:ext cx="8458200" cy="609600"/>
          </a:xfrm>
        </p:spPr>
        <p:txBody>
          <a:bodyPr/>
          <a:lstStyle/>
          <a:p>
            <a:pPr marL="0" indent="0">
              <a:spcAft>
                <a:spcPts val="1200"/>
              </a:spcAft>
              <a:buFont typeface="Monotype Sorts" pitchFamily="2" charset="2"/>
              <a:buNone/>
            </a:pPr>
            <a:r>
              <a:rPr lang="en-US" altLang="en-US" dirty="0">
                <a:cs typeface="Times New Roman" pitchFamily="18" charset="0"/>
              </a:rPr>
              <a:t>is better to be replaced by </a:t>
            </a:r>
          </a:p>
        </p:txBody>
      </p:sp>
      <p:sp>
        <p:nvSpPr>
          <p:cNvPr id="52228" name="Rectangle 4"/>
          <p:cNvSpPr>
            <a:spLocks noChangeArrowheads="1"/>
          </p:cNvSpPr>
          <p:nvPr/>
        </p:nvSpPr>
        <p:spPr bwMode="auto">
          <a:xfrm>
            <a:off x="609600" y="2318657"/>
            <a:ext cx="8229600" cy="2590800"/>
          </a:xfrm>
          <a:prstGeom prst="rect">
            <a:avLst/>
          </a:prstGeom>
          <a:solidFill>
            <a:srgbClr val="0070C0"/>
          </a:solidFill>
          <a:ln>
            <a:noFill/>
          </a:ln>
          <a:effectLst/>
        </p:spPr>
        <p:txBody>
          <a:bodyPr lIns="92075" tIns="46038" rIns="92075" bIns="46038"/>
          <a:lstStyle>
            <a:lvl1pPr>
              <a:spcBef>
                <a:spcPct val="20000"/>
              </a:spcBef>
              <a:spcAft>
                <a:spcPts val="600"/>
              </a:spcAft>
              <a:buClr>
                <a:schemeClr val="tx2"/>
              </a:buClr>
              <a:buFont typeface="Wingdings 2" pitchFamily="18" charset="2"/>
              <a:buChar char=""/>
              <a:defRPr>
                <a:solidFill>
                  <a:schemeClr val="tx1"/>
                </a:solidFill>
                <a:latin typeface="Verdana" pitchFamily="34" charset="0"/>
              </a:defRPr>
            </a:lvl1pPr>
            <a:lvl2pPr marL="742950" indent="-285750">
              <a:spcBef>
                <a:spcPct val="20000"/>
              </a:spcBef>
              <a:spcAft>
                <a:spcPts val="600"/>
              </a:spcAft>
              <a:buClr>
                <a:schemeClr val="tx2"/>
              </a:buClr>
              <a:buFont typeface="Wingdings 2" pitchFamily="18" charset="2"/>
              <a:buChar char=""/>
              <a:defRPr sz="1600">
                <a:solidFill>
                  <a:schemeClr val="tx1"/>
                </a:solidFill>
                <a:latin typeface="Verdana" pitchFamily="34" charset="0"/>
              </a:defRPr>
            </a:lvl2pPr>
            <a:lvl3pPr marL="1143000" indent="-228600">
              <a:spcBef>
                <a:spcPct val="20000"/>
              </a:spcBef>
              <a:spcAft>
                <a:spcPts val="600"/>
              </a:spcAft>
              <a:buClr>
                <a:schemeClr val="tx2"/>
              </a:buClr>
              <a:buFont typeface="Wingdings 2" pitchFamily="18" charset="2"/>
              <a:buChar char=""/>
              <a:defRPr sz="1400">
                <a:solidFill>
                  <a:schemeClr val="tx1"/>
                </a:solidFill>
                <a:latin typeface="Verdana" pitchFamily="34" charset="0"/>
              </a:defRPr>
            </a:lvl3pPr>
            <a:lvl4pPr marL="1600200" indent="-228600">
              <a:spcBef>
                <a:spcPct val="20000"/>
              </a:spcBef>
              <a:spcAft>
                <a:spcPts val="600"/>
              </a:spcAft>
              <a:buClr>
                <a:schemeClr val="tx2"/>
              </a:buClr>
              <a:buFont typeface="Wingdings 2" pitchFamily="18" charset="2"/>
              <a:buChar char=""/>
              <a:defRPr sz="1200">
                <a:solidFill>
                  <a:schemeClr val="tx1"/>
                </a:solidFill>
                <a:latin typeface="Verdana" pitchFamily="34" charset="0"/>
              </a:defRPr>
            </a:lvl4pPr>
            <a:lvl5pPr marL="2057400" indent="-228600">
              <a:spcBef>
                <a:spcPct val="20000"/>
              </a:spcBef>
              <a:spcAft>
                <a:spcPts val="600"/>
              </a:spcAft>
              <a:buClr>
                <a:schemeClr val="tx2"/>
              </a:buClr>
              <a:buFont typeface="Wingdings 2" pitchFamily="18" charset="2"/>
              <a:buChar char=""/>
              <a:defRPr sz="1200">
                <a:solidFill>
                  <a:schemeClr val="tx1"/>
                </a:solidFill>
                <a:latin typeface="Verdana" pitchFamily="34" charset="0"/>
              </a:defRPr>
            </a:lvl5pPr>
            <a:lvl6pPr marL="2514600" indent="-228600" fontAlgn="base">
              <a:spcBef>
                <a:spcPct val="20000"/>
              </a:spcBef>
              <a:spcAft>
                <a:spcPts val="600"/>
              </a:spcAft>
              <a:buClr>
                <a:schemeClr val="tx2"/>
              </a:buClr>
              <a:buFont typeface="Wingdings 2" pitchFamily="18" charset="2"/>
              <a:buChar char=""/>
              <a:defRPr sz="1200">
                <a:solidFill>
                  <a:schemeClr val="tx1"/>
                </a:solidFill>
                <a:latin typeface="Verdana" pitchFamily="34" charset="0"/>
              </a:defRPr>
            </a:lvl6pPr>
            <a:lvl7pPr marL="2971800" indent="-228600" fontAlgn="base">
              <a:spcBef>
                <a:spcPct val="20000"/>
              </a:spcBef>
              <a:spcAft>
                <a:spcPts val="600"/>
              </a:spcAft>
              <a:buClr>
                <a:schemeClr val="tx2"/>
              </a:buClr>
              <a:buFont typeface="Wingdings 2" pitchFamily="18" charset="2"/>
              <a:buChar char=""/>
              <a:defRPr sz="1200">
                <a:solidFill>
                  <a:schemeClr val="tx1"/>
                </a:solidFill>
                <a:latin typeface="Verdana" pitchFamily="34" charset="0"/>
              </a:defRPr>
            </a:lvl7pPr>
            <a:lvl8pPr marL="3429000" indent="-228600" fontAlgn="base">
              <a:spcBef>
                <a:spcPct val="20000"/>
              </a:spcBef>
              <a:spcAft>
                <a:spcPts val="600"/>
              </a:spcAft>
              <a:buClr>
                <a:schemeClr val="tx2"/>
              </a:buClr>
              <a:buFont typeface="Wingdings 2" pitchFamily="18" charset="2"/>
              <a:buChar char=""/>
              <a:defRPr sz="1200">
                <a:solidFill>
                  <a:schemeClr val="tx1"/>
                </a:solidFill>
                <a:latin typeface="Verdana" pitchFamily="34" charset="0"/>
              </a:defRPr>
            </a:lvl8pPr>
            <a:lvl9pPr marL="3886200" indent="-228600" fontAlgn="base">
              <a:spcBef>
                <a:spcPct val="20000"/>
              </a:spcBef>
              <a:spcAft>
                <a:spcPts val="600"/>
              </a:spcAft>
              <a:buClr>
                <a:schemeClr val="tx2"/>
              </a:buClr>
              <a:buFont typeface="Wingdings 2" pitchFamily="18" charset="2"/>
              <a:buChar char=""/>
              <a:defRPr sz="1200">
                <a:solidFill>
                  <a:schemeClr val="tx1"/>
                </a:solidFill>
                <a:latin typeface="Verdana" pitchFamily="34" charset="0"/>
              </a:defRPr>
            </a:lvl9pPr>
          </a:lstStyle>
          <a:p>
            <a:pPr>
              <a:lnSpc>
                <a:spcPct val="90000"/>
              </a:lnSpc>
              <a:spcAft>
                <a:spcPts val="1200"/>
              </a:spcAft>
              <a:buSzPct val="75000"/>
              <a:buFont typeface="Monotype Sorts" pitchFamily="2" charset="2"/>
              <a:buNone/>
            </a:pPr>
            <a:r>
              <a:rPr lang="en-US" altLang="en-US" dirty="0">
                <a:solidFill>
                  <a:schemeClr val="bg2"/>
                </a:solidFill>
                <a:latin typeface="Courier New" pitchFamily="49" charset="0"/>
                <a:cs typeface="Times New Roman" pitchFamily="18" charset="0"/>
              </a:rPr>
              <a:t>if (</a:t>
            </a:r>
            <a:r>
              <a:rPr lang="en-US" altLang="en-US" dirty="0" err="1">
                <a:solidFill>
                  <a:schemeClr val="bg2"/>
                </a:solidFill>
                <a:latin typeface="Courier New" pitchFamily="49" charset="0"/>
                <a:cs typeface="Times New Roman" pitchFamily="18" charset="0"/>
              </a:rPr>
              <a:t>refVar</a:t>
            </a:r>
            <a:r>
              <a:rPr lang="en-US" altLang="en-US" dirty="0">
                <a:solidFill>
                  <a:schemeClr val="bg2"/>
                </a:solidFill>
                <a:latin typeface="Courier New" pitchFamily="49" charset="0"/>
                <a:cs typeface="Times New Roman" pitchFamily="18" charset="0"/>
              </a:rPr>
              <a:t> != null)</a:t>
            </a:r>
          </a:p>
          <a:p>
            <a:pPr>
              <a:lnSpc>
                <a:spcPct val="90000"/>
              </a:lnSpc>
              <a:spcAft>
                <a:spcPts val="1200"/>
              </a:spcAft>
              <a:buSzPct val="75000"/>
              <a:buFont typeface="Monotype Sorts" pitchFamily="2" charset="2"/>
              <a:buNone/>
            </a:pPr>
            <a:r>
              <a:rPr lang="en-US" altLang="en-US" dirty="0">
                <a:solidFill>
                  <a:schemeClr val="bg2"/>
                </a:solidFill>
                <a:latin typeface="Courier New" pitchFamily="49" charset="0"/>
                <a:cs typeface="Times New Roman" pitchFamily="18" charset="0"/>
              </a:rPr>
              <a:t>  </a:t>
            </a:r>
            <a:r>
              <a:rPr lang="en-US" altLang="en-US" dirty="0" err="1">
                <a:solidFill>
                  <a:schemeClr val="bg2"/>
                </a:solidFill>
                <a:latin typeface="Courier New" pitchFamily="49" charset="0"/>
                <a:cs typeface="Times New Roman" pitchFamily="18" charset="0"/>
              </a:rPr>
              <a:t>System.out.println</a:t>
            </a:r>
            <a:r>
              <a:rPr lang="en-US" altLang="en-US" dirty="0">
                <a:solidFill>
                  <a:schemeClr val="bg2"/>
                </a:solidFill>
                <a:latin typeface="Courier New" pitchFamily="49" charset="0"/>
                <a:cs typeface="Times New Roman" pitchFamily="18" charset="0"/>
              </a:rPr>
              <a:t>(</a:t>
            </a:r>
            <a:r>
              <a:rPr lang="en-US" altLang="en-US" dirty="0" err="1">
                <a:solidFill>
                  <a:schemeClr val="bg2"/>
                </a:solidFill>
                <a:latin typeface="Courier New" pitchFamily="49" charset="0"/>
                <a:cs typeface="Times New Roman" pitchFamily="18" charset="0"/>
              </a:rPr>
              <a:t>refVar.toString</a:t>
            </a:r>
            <a:r>
              <a:rPr lang="en-US" altLang="en-US" dirty="0">
                <a:solidFill>
                  <a:schemeClr val="bg2"/>
                </a:solidFill>
                <a:latin typeface="Courier New" pitchFamily="49" charset="0"/>
                <a:cs typeface="Times New Roman" pitchFamily="18" charset="0"/>
              </a:rPr>
              <a:t>());</a:t>
            </a:r>
          </a:p>
          <a:p>
            <a:pPr>
              <a:lnSpc>
                <a:spcPct val="90000"/>
              </a:lnSpc>
              <a:spcAft>
                <a:spcPts val="1200"/>
              </a:spcAft>
              <a:buSzPct val="75000"/>
              <a:buFont typeface="Monotype Sorts" pitchFamily="2" charset="2"/>
              <a:buNone/>
            </a:pPr>
            <a:r>
              <a:rPr lang="en-US" altLang="en-US" dirty="0">
                <a:solidFill>
                  <a:schemeClr val="bg2"/>
                </a:solidFill>
                <a:latin typeface="Courier New" pitchFamily="49" charset="0"/>
                <a:cs typeface="Times New Roman" pitchFamily="18" charset="0"/>
              </a:rPr>
              <a:t>else</a:t>
            </a:r>
          </a:p>
          <a:p>
            <a:pPr>
              <a:lnSpc>
                <a:spcPct val="90000"/>
              </a:lnSpc>
              <a:spcAft>
                <a:spcPts val="1200"/>
              </a:spcAft>
              <a:buSzPct val="75000"/>
              <a:buFont typeface="Monotype Sorts" pitchFamily="2" charset="2"/>
              <a:buNone/>
            </a:pPr>
            <a:r>
              <a:rPr lang="en-US" altLang="en-US" dirty="0">
                <a:solidFill>
                  <a:schemeClr val="bg2"/>
                </a:solidFill>
                <a:latin typeface="Courier New" pitchFamily="49" charset="0"/>
                <a:cs typeface="Times New Roman" pitchFamily="18" charset="0"/>
              </a:rPr>
              <a:t>  </a:t>
            </a:r>
            <a:r>
              <a:rPr lang="en-US" altLang="en-US" dirty="0" err="1">
                <a:solidFill>
                  <a:schemeClr val="bg2"/>
                </a:solidFill>
                <a:latin typeface="Courier New" pitchFamily="49" charset="0"/>
                <a:cs typeface="Times New Roman" pitchFamily="18" charset="0"/>
              </a:rPr>
              <a:t>System.out.println</a:t>
            </a:r>
            <a:r>
              <a:rPr lang="en-US" altLang="en-US" dirty="0">
                <a:solidFill>
                  <a:schemeClr val="bg2"/>
                </a:solidFill>
                <a:latin typeface="Courier New" pitchFamily="49" charset="0"/>
                <a:cs typeface="Times New Roman" pitchFamily="18" charset="0"/>
              </a:rPr>
              <a:t>("</a:t>
            </a:r>
            <a:r>
              <a:rPr lang="en-US" altLang="en-US" dirty="0" err="1">
                <a:solidFill>
                  <a:schemeClr val="bg2"/>
                </a:solidFill>
                <a:latin typeface="Courier New" pitchFamily="49" charset="0"/>
                <a:cs typeface="Times New Roman" pitchFamily="18" charset="0"/>
              </a:rPr>
              <a:t>refVar</a:t>
            </a:r>
            <a:r>
              <a:rPr lang="en-US" altLang="en-US" dirty="0">
                <a:solidFill>
                  <a:schemeClr val="bg2"/>
                </a:solidFill>
                <a:latin typeface="Courier New" pitchFamily="49" charset="0"/>
                <a:cs typeface="Times New Roman" pitchFamily="18" charset="0"/>
              </a:rPr>
              <a:t> is null");</a:t>
            </a:r>
          </a:p>
        </p:txBody>
      </p:sp>
      <p:sp>
        <p:nvSpPr>
          <p:cNvPr id="2" name="Slide Number Placeholder 1"/>
          <p:cNvSpPr>
            <a:spLocks noGrp="1"/>
          </p:cNvSpPr>
          <p:nvPr>
            <p:ph type="sldNum" sz="quarter" idx="12"/>
          </p:nvPr>
        </p:nvSpPr>
        <p:spPr/>
        <p:txBody>
          <a:bodyPr/>
          <a:lstStyle/>
          <a:p>
            <a:fld id="{33D6E5A2-EC83-451F-A719-9AC1370DD5CF}" type="slidenum">
              <a:rPr lang="en-US" smtClean="0"/>
              <a:pPr/>
              <a:t>65</a:t>
            </a:fld>
            <a:endParaRPr lang="en-US" dirty="0"/>
          </a:p>
        </p:txBody>
      </p:sp>
      <p:pic>
        <p:nvPicPr>
          <p:cNvPr id="6"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761539328"/>
      </p:ext>
    </p:extLst>
  </p:cSld>
  <p:clrMapOvr>
    <a:masterClrMapping/>
  </p:clrMapOvr>
  <p:transition spd="slow">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52400" y="76200"/>
            <a:ext cx="8534400" cy="609600"/>
          </a:xfrm>
          <a:solidFill>
            <a:srgbClr val="00B0F0"/>
          </a:solidFill>
        </p:spPr>
        <p:txBody>
          <a:bodyPr>
            <a:normAutofit fontScale="90000"/>
          </a:bodyPr>
          <a:lstStyle/>
          <a:p>
            <a:pPr algn="ctr"/>
            <a:r>
              <a:rPr lang="en-US" altLang="en-US" sz="4000" dirty="0">
                <a:solidFill>
                  <a:schemeClr val="bg1"/>
                </a:solidFill>
                <a:cs typeface="Trebuchet MS" pitchFamily="34" charset="0"/>
              </a:rPr>
              <a:t>Creating Custom Exception Classes</a:t>
            </a:r>
            <a:endParaRPr lang="en-US" altLang="en-US" b="1" dirty="0">
              <a:solidFill>
                <a:schemeClr val="bg1"/>
              </a:solidFill>
              <a:cs typeface="Trebuchet MS" pitchFamily="34" charset="0"/>
            </a:endParaRPr>
          </a:p>
        </p:txBody>
      </p:sp>
      <p:sp>
        <p:nvSpPr>
          <p:cNvPr id="53251" name="Text Box 3"/>
          <p:cNvSpPr txBox="1">
            <a:spLocks noChangeArrowheads="1"/>
          </p:cNvSpPr>
          <p:nvPr/>
        </p:nvSpPr>
        <p:spPr bwMode="auto">
          <a:xfrm>
            <a:off x="304800" y="914400"/>
            <a:ext cx="8610600" cy="265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01638" indent="-401638">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Clr>
                <a:schemeClr val="tx2"/>
              </a:buClr>
              <a:buSzPct val="75000"/>
              <a:buFont typeface="Monotype Sorts" pitchFamily="2" charset="2"/>
              <a:buChar char="F"/>
            </a:pPr>
            <a:r>
              <a:rPr lang="en-US" altLang="en-US" sz="2800"/>
              <a:t>Use the exception classes in the API whenever possible.</a:t>
            </a:r>
          </a:p>
          <a:p>
            <a:pPr>
              <a:spcBef>
                <a:spcPct val="50000"/>
              </a:spcBef>
              <a:buClr>
                <a:schemeClr val="tx2"/>
              </a:buClr>
              <a:buSzPct val="75000"/>
              <a:buFont typeface="Monotype Sorts" pitchFamily="2" charset="2"/>
              <a:buChar char="F"/>
            </a:pPr>
            <a:r>
              <a:rPr lang="en-US" altLang="en-US" sz="2800"/>
              <a:t>Create custom exception classes if the predefined classes are not sufficient.</a:t>
            </a:r>
          </a:p>
          <a:p>
            <a:pPr>
              <a:spcBef>
                <a:spcPct val="50000"/>
              </a:spcBef>
              <a:buClr>
                <a:schemeClr val="tx2"/>
              </a:buClr>
              <a:buSzPct val="75000"/>
              <a:buFont typeface="Monotype Sorts" pitchFamily="2" charset="2"/>
              <a:buChar char="F"/>
            </a:pPr>
            <a:r>
              <a:rPr lang="en-US" altLang="en-US" sz="2800"/>
              <a:t>Declare custom exception classes by extending Exception or a subclass of Exception.</a:t>
            </a:r>
          </a:p>
        </p:txBody>
      </p:sp>
      <p:sp>
        <p:nvSpPr>
          <p:cNvPr id="2" name="Slide Number Placeholder 1"/>
          <p:cNvSpPr>
            <a:spLocks noGrp="1"/>
          </p:cNvSpPr>
          <p:nvPr>
            <p:ph type="sldNum" sz="quarter" idx="12"/>
          </p:nvPr>
        </p:nvSpPr>
        <p:spPr/>
        <p:txBody>
          <a:bodyPr/>
          <a:lstStyle/>
          <a:p>
            <a:fld id="{33D6E5A2-EC83-451F-A719-9AC1370DD5CF}" type="slidenum">
              <a:rPr lang="en-US" smtClean="0"/>
              <a:pPr/>
              <a:t>66</a:t>
            </a:fld>
            <a:endParaRPr lang="en-US" dirty="0"/>
          </a:p>
        </p:txBody>
      </p:sp>
      <p:pic>
        <p:nvPicPr>
          <p:cNvPr id="5" name="Picture 2"/>
          <p:cNvPicPr>
            <a:picLocks noChangeAspect="1" noChangeArrowheads="1"/>
          </p:cNvPicPr>
          <p:nvPr/>
        </p:nvPicPr>
        <p:blipFill>
          <a:blip r:embed="rId2"/>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3785655536"/>
      </p:ext>
    </p:extLst>
  </p:cSld>
  <p:clrMapOvr>
    <a:masterClrMapping/>
  </p:clrMapOvr>
  <p:transition spd="slow">
    <p:wipe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0"/>
            <a:ext cx="8153400" cy="838200"/>
          </a:xfrm>
          <a:solidFill>
            <a:srgbClr val="00B0F0"/>
          </a:solidFill>
        </p:spPr>
        <p:txBody>
          <a:bodyPr>
            <a:normAutofit/>
          </a:bodyPr>
          <a:lstStyle/>
          <a:p>
            <a:r>
              <a:rPr lang="en-US" altLang="en-US" sz="4000" dirty="0">
                <a:solidFill>
                  <a:schemeClr val="bg1"/>
                </a:solidFill>
                <a:cs typeface="Trebuchet MS" pitchFamily="34" charset="0"/>
              </a:rPr>
              <a:t>Custom Exception Class Example</a:t>
            </a:r>
          </a:p>
        </p:txBody>
      </p:sp>
      <p:sp>
        <p:nvSpPr>
          <p:cNvPr id="54275" name="AutoShape 3">
            <a:hlinkClick r:id="rId2" action="ppaction://program" highlightClick="1"/>
          </p:cNvPr>
          <p:cNvSpPr>
            <a:spLocks noChangeArrowheads="1"/>
          </p:cNvSpPr>
          <p:nvPr/>
        </p:nvSpPr>
        <p:spPr bwMode="auto">
          <a:xfrm>
            <a:off x="5638800" y="5105400"/>
            <a:ext cx="1447800" cy="533400"/>
          </a:xfrm>
          <a:prstGeom prst="actionButtonBlank">
            <a:avLst/>
          </a:prstGeom>
          <a:solidFill>
            <a:srgbClr val="008000"/>
          </a:solidFill>
          <a:ln>
            <a:noFill/>
          </a:ln>
          <a:effectLst>
            <a:prstShdw prst="shdw17" dist="17961" dir="2700000">
              <a:srgbClr val="004D0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a:latin typeface="Book Antiqua" pitchFamily="18" charset="0"/>
              </a:rPr>
              <a:t>Run</a:t>
            </a:r>
            <a:endParaRPr lang="en-US" altLang="en-US"/>
          </a:p>
        </p:txBody>
      </p:sp>
      <p:sp>
        <p:nvSpPr>
          <p:cNvPr id="257030" name="AutoShape 6">
            <a:hlinkClick r:id="" action="ppaction://noaction" highlightClick="1"/>
          </p:cNvPr>
          <p:cNvSpPr>
            <a:spLocks noChangeArrowheads="1"/>
          </p:cNvSpPr>
          <p:nvPr/>
        </p:nvSpPr>
        <p:spPr bwMode="auto">
          <a:xfrm>
            <a:off x="838200" y="2895600"/>
            <a:ext cx="4267200" cy="457200"/>
          </a:xfrm>
          <a:prstGeom prst="actionButtonBlank">
            <a:avLst/>
          </a:prstGeom>
          <a:solidFill>
            <a:schemeClr val="tx1"/>
          </a:solidFill>
          <a:ln>
            <a:noFill/>
          </a:ln>
          <a:effectLst>
            <a:prstShdw prst="shdw17" dist="17961" dir="2700000">
              <a:schemeClr val="tx1">
                <a:gamma/>
                <a:shade val="60000"/>
                <a:invGamma/>
              </a:schemeClr>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p>
            <a:pPr algn="ctr">
              <a:defRPr/>
            </a:pPr>
            <a:r>
              <a:rPr lang="en-US" altLang="en-US">
                <a:solidFill>
                  <a:schemeClr val="accent1"/>
                </a:solidFill>
                <a:latin typeface="Book Antiqua" pitchFamily="18" charset="0"/>
                <a:hlinkClick r:id="rId3" action="ppaction://hlinkfile"/>
              </a:rPr>
              <a:t>InvalidRadiusException</a:t>
            </a:r>
            <a:endParaRPr lang="en-US" altLang="en-US">
              <a:solidFill>
                <a:schemeClr val="accent1"/>
              </a:solidFill>
            </a:endParaRPr>
          </a:p>
        </p:txBody>
      </p:sp>
      <p:sp>
        <p:nvSpPr>
          <p:cNvPr id="54277" name="Text Box 9"/>
          <p:cNvSpPr txBox="1">
            <a:spLocks noChangeArrowheads="1"/>
          </p:cNvSpPr>
          <p:nvPr/>
        </p:nvSpPr>
        <p:spPr bwMode="auto">
          <a:xfrm>
            <a:off x="304800" y="1219200"/>
            <a:ext cx="8610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Clr>
                <a:schemeClr val="tx2"/>
              </a:buClr>
              <a:buSzPct val="75000"/>
              <a:buFont typeface="Monotype Sorts" pitchFamily="2" charset="2"/>
              <a:buNone/>
            </a:pPr>
            <a:r>
              <a:rPr lang="en-US" altLang="en-US">
                <a:cs typeface="Courier New" pitchFamily="49" charset="0"/>
              </a:rPr>
              <a:t>In Listing 17.1, the </a:t>
            </a:r>
            <a:r>
              <a:rPr lang="en-US" altLang="en-US" u="sng">
                <a:cs typeface="Courier New" pitchFamily="49" charset="0"/>
              </a:rPr>
              <a:t>setRadius</a:t>
            </a:r>
            <a:r>
              <a:rPr lang="en-US" altLang="en-US">
                <a:cs typeface="Courier New" pitchFamily="49" charset="0"/>
              </a:rPr>
              <a:t> method throws an exception if the radius is negative. Suppose you wish to pass the radius to the handler, you have to create a custom exception class. </a:t>
            </a:r>
          </a:p>
        </p:txBody>
      </p:sp>
      <p:sp>
        <p:nvSpPr>
          <p:cNvPr id="257034" name="AutoShape 10">
            <a:hlinkClick r:id="" action="ppaction://noaction" highlightClick="1"/>
          </p:cNvPr>
          <p:cNvSpPr>
            <a:spLocks noChangeArrowheads="1"/>
          </p:cNvSpPr>
          <p:nvPr/>
        </p:nvSpPr>
        <p:spPr bwMode="auto">
          <a:xfrm>
            <a:off x="762000" y="3962400"/>
            <a:ext cx="4419600" cy="457200"/>
          </a:xfrm>
          <a:prstGeom prst="actionButtonBlank">
            <a:avLst/>
          </a:prstGeom>
          <a:solidFill>
            <a:schemeClr val="tx1"/>
          </a:solidFill>
          <a:ln>
            <a:noFill/>
          </a:ln>
          <a:effectLst>
            <a:prstShdw prst="shdw17" dist="17961" dir="2700000">
              <a:schemeClr val="tx1">
                <a:gamma/>
                <a:shade val="60000"/>
                <a:invGamma/>
              </a:schemeClr>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p>
            <a:pPr algn="ctr">
              <a:defRPr/>
            </a:pPr>
            <a:r>
              <a:rPr lang="en-US" altLang="en-US">
                <a:solidFill>
                  <a:schemeClr val="accent1"/>
                </a:solidFill>
                <a:latin typeface="Book Antiqua" pitchFamily="18" charset="0"/>
                <a:hlinkClick r:id="rId4" action="ppaction://hlinkfile"/>
              </a:rPr>
              <a:t>CircleWithRadiusException</a:t>
            </a:r>
            <a:endParaRPr lang="en-US" altLang="en-US">
              <a:solidFill>
                <a:schemeClr val="accent1"/>
              </a:solidFill>
            </a:endParaRPr>
          </a:p>
        </p:txBody>
      </p:sp>
      <p:sp>
        <p:nvSpPr>
          <p:cNvPr id="257035" name="AutoShape 11">
            <a:hlinkClick r:id="" action="ppaction://noaction" highlightClick="1"/>
          </p:cNvPr>
          <p:cNvSpPr>
            <a:spLocks noChangeArrowheads="1"/>
          </p:cNvSpPr>
          <p:nvPr/>
        </p:nvSpPr>
        <p:spPr bwMode="auto">
          <a:xfrm>
            <a:off x="762000" y="5181600"/>
            <a:ext cx="4419600" cy="457200"/>
          </a:xfrm>
          <a:prstGeom prst="actionButtonBlank">
            <a:avLst/>
          </a:prstGeom>
          <a:solidFill>
            <a:schemeClr val="tx1"/>
          </a:solidFill>
          <a:ln>
            <a:noFill/>
          </a:ln>
          <a:effectLst>
            <a:prstShdw prst="shdw17" dist="17961" dir="2700000">
              <a:schemeClr val="tx1">
                <a:gamma/>
                <a:shade val="60000"/>
                <a:invGamma/>
              </a:schemeClr>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p>
            <a:pPr algn="ctr">
              <a:defRPr/>
            </a:pPr>
            <a:r>
              <a:rPr lang="en-US" altLang="en-US">
                <a:solidFill>
                  <a:schemeClr val="accent1"/>
                </a:solidFill>
                <a:latin typeface="Book Antiqua" pitchFamily="18" charset="0"/>
                <a:hlinkClick r:id="rId5" action="ppaction://hlinkfile"/>
              </a:rPr>
              <a:t>TestCircleWithRadiusException</a:t>
            </a:r>
            <a:endParaRPr lang="en-US" altLang="en-US">
              <a:solidFill>
                <a:schemeClr val="accent1"/>
              </a:solidFill>
            </a:endParaRPr>
          </a:p>
        </p:txBody>
      </p:sp>
      <p:sp>
        <p:nvSpPr>
          <p:cNvPr id="2" name="Slide Number Placeholder 1"/>
          <p:cNvSpPr>
            <a:spLocks noGrp="1"/>
          </p:cNvSpPr>
          <p:nvPr>
            <p:ph type="sldNum" sz="quarter" idx="12"/>
          </p:nvPr>
        </p:nvSpPr>
        <p:spPr/>
        <p:txBody>
          <a:bodyPr/>
          <a:lstStyle/>
          <a:p>
            <a:fld id="{33D6E5A2-EC83-451F-A719-9AC1370DD5CF}" type="slidenum">
              <a:rPr lang="en-US" smtClean="0"/>
              <a:pPr/>
              <a:t>67</a:t>
            </a:fld>
            <a:endParaRPr lang="en-US" dirty="0"/>
          </a:p>
        </p:txBody>
      </p:sp>
      <p:pic>
        <p:nvPicPr>
          <p:cNvPr id="9" name="Picture 2"/>
          <p:cNvPicPr>
            <a:picLocks noChangeAspect="1" noChangeArrowheads="1"/>
          </p:cNvPicPr>
          <p:nvPr/>
        </p:nvPicPr>
        <p:blipFill>
          <a:blip r:embed="rId6"/>
          <a:srcRect/>
          <a:stretch>
            <a:fillRect/>
          </a:stretch>
        </p:blipFill>
        <p:spPr bwMode="auto">
          <a:xfrm>
            <a:off x="7960677" y="0"/>
            <a:ext cx="1183323" cy="914400"/>
          </a:xfrm>
          <a:prstGeom prst="rect">
            <a:avLst/>
          </a:prstGeom>
          <a:noFill/>
          <a:ln w="9525">
            <a:noFill/>
            <a:miter lim="800000"/>
            <a:headEnd/>
            <a:tailEnd/>
          </a:ln>
        </p:spPr>
      </p:pic>
    </p:spTree>
    <p:extLst>
      <p:ext uri="{BB962C8B-B14F-4D97-AF65-F5344CB8AC3E}">
        <p14:creationId xmlns:p14="http://schemas.microsoft.com/office/powerpoint/2010/main" val="683065421"/>
      </p:ext>
    </p:extLst>
  </p:cSld>
  <p:clrMapOvr>
    <a:masterClrMapping/>
  </p:clrMapOvr>
  <p:transition spd="slow">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dirty="0"/>
          </a:p>
          <a:p>
            <a:pPr algn="ctr" fontAlgn="auto">
              <a:spcBef>
                <a:spcPts val="0"/>
              </a:spcBef>
              <a:spcAft>
                <a:spcPts val="0"/>
              </a:spcAft>
              <a:defRPr/>
            </a:pPr>
            <a:r>
              <a:rPr lang="en-US" sz="3200" b="1" dirty="0">
                <a:ln>
                  <a:solidFill>
                    <a:schemeClr val="accent1">
                      <a:lumMod val="60000"/>
                      <a:lumOff val="40000"/>
                    </a:schemeClr>
                  </a:solidFill>
                </a:ln>
                <a:solidFill>
                  <a:schemeClr val="bg1"/>
                </a:solidFill>
                <a:latin typeface="+mj-lt"/>
                <a:cs typeface="Times New Roman" panose="02020603050405020304" pitchFamily="18" charset="0"/>
              </a:rPr>
              <a:t>throw and throws keyword</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022613311"/>
              </p:ext>
            </p:extLst>
          </p:nvPr>
        </p:nvGraphicFramePr>
        <p:xfrm>
          <a:off x="609600" y="990600"/>
          <a:ext cx="8305800" cy="5334002"/>
        </p:xfrm>
        <a:graphic>
          <a:graphicData uri="http://schemas.openxmlformats.org/drawingml/2006/table">
            <a:tbl>
              <a:tblPr firstRow="1" firstCol="1" bandRow="1"/>
              <a:tblGrid>
                <a:gridCol w="783566">
                  <a:extLst>
                    <a:ext uri="{9D8B030D-6E8A-4147-A177-3AD203B41FA5}">
                      <a16:colId xmlns:a16="http://schemas.microsoft.com/office/drawing/2014/main" val="20000"/>
                    </a:ext>
                  </a:extLst>
                </a:gridCol>
                <a:gridCol w="3604404">
                  <a:extLst>
                    <a:ext uri="{9D8B030D-6E8A-4147-A177-3AD203B41FA5}">
                      <a16:colId xmlns:a16="http://schemas.microsoft.com/office/drawing/2014/main" val="20001"/>
                    </a:ext>
                  </a:extLst>
                </a:gridCol>
                <a:gridCol w="3917830">
                  <a:extLst>
                    <a:ext uri="{9D8B030D-6E8A-4147-A177-3AD203B41FA5}">
                      <a16:colId xmlns:a16="http://schemas.microsoft.com/office/drawing/2014/main" val="20002"/>
                    </a:ext>
                  </a:extLst>
                </a:gridCol>
              </a:tblGrid>
              <a:tr h="783403">
                <a:tc>
                  <a:txBody>
                    <a:bodyPr/>
                    <a:lstStyle/>
                    <a:p>
                      <a:pPr marL="0" marR="0" algn="just">
                        <a:lnSpc>
                          <a:spcPct val="115000"/>
                        </a:lnSpc>
                        <a:spcBef>
                          <a:spcPts val="0"/>
                        </a:spcBef>
                        <a:spcAft>
                          <a:spcPts val="0"/>
                        </a:spcAft>
                      </a:pPr>
                      <a:r>
                        <a:rPr lang="en-US" sz="1600" b="1" dirty="0">
                          <a:solidFill>
                            <a:srgbClr val="000000"/>
                          </a:solidFill>
                          <a:effectLst/>
                          <a:latin typeface="Calibri (Body)"/>
                          <a:ea typeface="Times New Roman"/>
                          <a:cs typeface="Times New Roman"/>
                        </a:rPr>
                        <a:t>No.</a:t>
                      </a:r>
                      <a:endParaRPr lang="en-US" sz="1600" dirty="0">
                        <a:effectLst/>
                        <a:latin typeface="Calibri (Body)"/>
                        <a:ea typeface="Times New Roman"/>
                        <a:cs typeface="Times New Roman"/>
                      </a:endParaRPr>
                    </a:p>
                  </a:txBody>
                  <a:tcPr marL="114300" marR="114300" marT="114300" marB="114300">
                    <a:lnL w="12700" cap="flat" cmpd="sng" algn="ctr">
                      <a:solidFill>
                        <a:srgbClr val="C7CCBE"/>
                      </a:solidFill>
                      <a:prstDash val="solid"/>
                      <a:round/>
                      <a:headEnd type="none" w="med" len="med"/>
                      <a:tailEnd type="none" w="med" len="med"/>
                    </a:lnL>
                    <a:lnR>
                      <a:noFill/>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00B0F0"/>
                    </a:solidFill>
                  </a:tcPr>
                </a:tc>
                <a:tc>
                  <a:txBody>
                    <a:bodyPr/>
                    <a:lstStyle/>
                    <a:p>
                      <a:pPr marL="0" marR="0" algn="just">
                        <a:lnSpc>
                          <a:spcPct val="115000"/>
                        </a:lnSpc>
                        <a:spcBef>
                          <a:spcPts val="0"/>
                        </a:spcBef>
                        <a:spcAft>
                          <a:spcPts val="0"/>
                        </a:spcAft>
                      </a:pPr>
                      <a:r>
                        <a:rPr lang="en-US" sz="1600" b="1" dirty="0">
                          <a:solidFill>
                            <a:srgbClr val="000000"/>
                          </a:solidFill>
                          <a:effectLst/>
                          <a:latin typeface="Calibri (Body)"/>
                          <a:ea typeface="Times New Roman"/>
                          <a:cs typeface="Times New Roman"/>
                        </a:rPr>
                        <a:t>throw</a:t>
                      </a:r>
                      <a:endParaRPr lang="en-US" sz="1600" dirty="0">
                        <a:effectLst/>
                        <a:latin typeface="Calibri (Body)"/>
                        <a:ea typeface="Times New Roman"/>
                        <a:cs typeface="Times New Roman"/>
                      </a:endParaRPr>
                    </a:p>
                  </a:txBody>
                  <a:tcPr marL="114300" marR="114300" marT="114300" marB="114300">
                    <a:lnL>
                      <a:noFill/>
                    </a:lnL>
                    <a:lnR>
                      <a:noFill/>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C7CCBE"/>
                    </a:solidFill>
                  </a:tcPr>
                </a:tc>
                <a:tc>
                  <a:txBody>
                    <a:bodyPr/>
                    <a:lstStyle/>
                    <a:p>
                      <a:pPr marL="0" marR="0" algn="just">
                        <a:lnSpc>
                          <a:spcPct val="115000"/>
                        </a:lnSpc>
                        <a:spcBef>
                          <a:spcPts val="0"/>
                        </a:spcBef>
                        <a:spcAft>
                          <a:spcPts val="0"/>
                        </a:spcAft>
                      </a:pPr>
                      <a:r>
                        <a:rPr lang="en-US" sz="1600" b="1" dirty="0">
                          <a:solidFill>
                            <a:srgbClr val="000000"/>
                          </a:solidFill>
                          <a:effectLst/>
                          <a:latin typeface="Calibri (Body)"/>
                          <a:ea typeface="Times New Roman"/>
                          <a:cs typeface="Times New Roman"/>
                        </a:rPr>
                        <a:t>throws</a:t>
                      </a:r>
                      <a:endParaRPr lang="en-US" sz="1600" dirty="0">
                        <a:effectLst/>
                        <a:latin typeface="Calibri (Body)"/>
                        <a:ea typeface="Times New Roman"/>
                        <a:cs typeface="Times New Roman"/>
                      </a:endParaRPr>
                    </a:p>
                  </a:txBody>
                  <a:tcPr marL="114300" marR="114300" marT="114300" marB="114300">
                    <a:lnL>
                      <a:noFill/>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813329">
                <a:tc>
                  <a:txBody>
                    <a:bodyPr/>
                    <a:lstStyle/>
                    <a:p>
                      <a:pPr marL="190500" marR="0" algn="just">
                        <a:lnSpc>
                          <a:spcPct val="115000"/>
                        </a:lnSpc>
                        <a:spcBef>
                          <a:spcPts val="0"/>
                        </a:spcBef>
                        <a:spcAft>
                          <a:spcPts val="0"/>
                        </a:spcAft>
                      </a:pPr>
                      <a:r>
                        <a:rPr lang="en-US" sz="1600">
                          <a:solidFill>
                            <a:srgbClr val="000000"/>
                          </a:solidFill>
                          <a:effectLst/>
                          <a:latin typeface="Calibri (Body)"/>
                          <a:ea typeface="Times New Roman"/>
                          <a:cs typeface="Times New Roman"/>
                        </a:rPr>
                        <a:t>1)</a:t>
                      </a:r>
                      <a:endParaRPr lang="en-US" sz="160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Java throw keyword is used to explicitly throw an exception.</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Java throws keyword is used to declare an exception.</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3329">
                <a:tc>
                  <a:txBody>
                    <a:bodyPr/>
                    <a:lstStyle/>
                    <a:p>
                      <a:pPr marL="190500" marR="0" algn="just">
                        <a:lnSpc>
                          <a:spcPct val="115000"/>
                        </a:lnSpc>
                        <a:spcBef>
                          <a:spcPts val="0"/>
                        </a:spcBef>
                        <a:spcAft>
                          <a:spcPts val="0"/>
                        </a:spcAft>
                      </a:pPr>
                      <a:r>
                        <a:rPr lang="en-US" sz="1600">
                          <a:solidFill>
                            <a:srgbClr val="000000"/>
                          </a:solidFill>
                          <a:effectLst/>
                          <a:latin typeface="Calibri (Body)"/>
                          <a:ea typeface="Times New Roman"/>
                          <a:cs typeface="Times New Roman"/>
                        </a:rPr>
                        <a:t>2)</a:t>
                      </a:r>
                      <a:endParaRPr lang="en-US" sz="160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Checked exception cannot be propagated using throw only.</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Checked exception can be propagated with throws.</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635592">
                <a:tc>
                  <a:txBody>
                    <a:bodyPr/>
                    <a:lstStyle/>
                    <a:p>
                      <a:pPr marL="190500" marR="0" algn="just">
                        <a:lnSpc>
                          <a:spcPct val="115000"/>
                        </a:lnSpc>
                        <a:spcBef>
                          <a:spcPts val="0"/>
                        </a:spcBef>
                        <a:spcAft>
                          <a:spcPts val="0"/>
                        </a:spcAft>
                      </a:pPr>
                      <a:r>
                        <a:rPr lang="en-US" sz="1600">
                          <a:solidFill>
                            <a:srgbClr val="000000"/>
                          </a:solidFill>
                          <a:effectLst/>
                          <a:latin typeface="Calibri (Body)"/>
                          <a:ea typeface="Times New Roman"/>
                          <a:cs typeface="Times New Roman"/>
                        </a:rPr>
                        <a:t>3)</a:t>
                      </a:r>
                      <a:endParaRPr lang="en-US" sz="160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Throw is followed by an instance.</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Throws is followed by class.</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3329">
                <a:tc>
                  <a:txBody>
                    <a:bodyPr/>
                    <a:lstStyle/>
                    <a:p>
                      <a:pPr marL="190500" marR="0" algn="just">
                        <a:lnSpc>
                          <a:spcPct val="115000"/>
                        </a:lnSpc>
                        <a:spcBef>
                          <a:spcPts val="0"/>
                        </a:spcBef>
                        <a:spcAft>
                          <a:spcPts val="0"/>
                        </a:spcAft>
                      </a:pPr>
                      <a:r>
                        <a:rPr lang="en-US" sz="1600">
                          <a:solidFill>
                            <a:srgbClr val="000000"/>
                          </a:solidFill>
                          <a:effectLst/>
                          <a:latin typeface="Calibri (Body)"/>
                          <a:ea typeface="Times New Roman"/>
                          <a:cs typeface="Times New Roman"/>
                        </a:rPr>
                        <a:t>4)</a:t>
                      </a:r>
                      <a:endParaRPr lang="en-US" sz="160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Throw is used within the method.</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Throws is used with the method signature.</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1475020">
                <a:tc>
                  <a:txBody>
                    <a:bodyPr/>
                    <a:lstStyle/>
                    <a:p>
                      <a:pPr marL="190500" marR="0" algn="just">
                        <a:lnSpc>
                          <a:spcPct val="115000"/>
                        </a:lnSpc>
                        <a:spcBef>
                          <a:spcPts val="0"/>
                        </a:spcBef>
                        <a:spcAft>
                          <a:spcPts val="0"/>
                        </a:spcAft>
                      </a:pPr>
                      <a:r>
                        <a:rPr lang="en-US" sz="1600">
                          <a:solidFill>
                            <a:srgbClr val="000000"/>
                          </a:solidFill>
                          <a:effectLst/>
                          <a:latin typeface="Calibri (Body)"/>
                          <a:ea typeface="Times New Roman"/>
                          <a:cs typeface="Times New Roman"/>
                        </a:rPr>
                        <a:t>5)</a:t>
                      </a:r>
                      <a:endParaRPr lang="en-US" sz="160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You cannot throw multiple exceptions.</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c>
                  <a:txBody>
                    <a:bodyPr/>
                    <a:lstStyle/>
                    <a:p>
                      <a:pPr marL="190500" marR="0" algn="just">
                        <a:lnSpc>
                          <a:spcPct val="115000"/>
                        </a:lnSpc>
                        <a:spcBef>
                          <a:spcPts val="0"/>
                        </a:spcBef>
                        <a:spcAft>
                          <a:spcPts val="0"/>
                        </a:spcAft>
                      </a:pPr>
                      <a:r>
                        <a:rPr lang="en-US" sz="1600" dirty="0">
                          <a:solidFill>
                            <a:srgbClr val="000000"/>
                          </a:solidFill>
                          <a:effectLst/>
                          <a:latin typeface="Calibri (Body)"/>
                          <a:ea typeface="Times New Roman"/>
                          <a:cs typeface="Times New Roman"/>
                        </a:rPr>
                        <a:t>You can declare multiple exceptions e.g.</a:t>
                      </a:r>
                      <a:br>
                        <a:rPr lang="en-US" sz="1600" dirty="0">
                          <a:solidFill>
                            <a:srgbClr val="000000"/>
                          </a:solidFill>
                          <a:effectLst/>
                          <a:latin typeface="Calibri (Body)"/>
                          <a:ea typeface="Times New Roman"/>
                          <a:cs typeface="Times New Roman"/>
                        </a:rPr>
                      </a:br>
                      <a:r>
                        <a:rPr lang="en-US" sz="1600" dirty="0">
                          <a:solidFill>
                            <a:srgbClr val="000000"/>
                          </a:solidFill>
                          <a:effectLst/>
                          <a:latin typeface="Calibri (Body)"/>
                          <a:ea typeface="Times New Roman"/>
                          <a:cs typeface="Times New Roman"/>
                        </a:rPr>
                        <a:t>public void method()throws </a:t>
                      </a:r>
                      <a:r>
                        <a:rPr lang="en-US" sz="1600" dirty="0" err="1">
                          <a:solidFill>
                            <a:srgbClr val="000000"/>
                          </a:solidFill>
                          <a:effectLst/>
                          <a:latin typeface="Calibri (Body)"/>
                          <a:ea typeface="Times New Roman"/>
                          <a:cs typeface="Times New Roman"/>
                        </a:rPr>
                        <a:t>IOException,SQLException</a:t>
                      </a:r>
                      <a:r>
                        <a:rPr lang="en-US" sz="1600" dirty="0">
                          <a:solidFill>
                            <a:srgbClr val="000000"/>
                          </a:solidFill>
                          <a:effectLst/>
                          <a:latin typeface="Calibri (Body)"/>
                          <a:ea typeface="Times New Roman"/>
                          <a:cs typeface="Times New Roman"/>
                        </a:rPr>
                        <a:t>.</a:t>
                      </a:r>
                      <a:endParaRPr lang="en-US" sz="1600" dirty="0">
                        <a:effectLst/>
                        <a:latin typeface="Calibri (Body)"/>
                        <a:ea typeface="Times New Roman"/>
                        <a:cs typeface="Times New Roman"/>
                      </a:endParaRPr>
                    </a:p>
                  </a:txBody>
                  <a:tcPr marL="76200" marR="76200" marT="76200" marB="762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 name="Slide Number Placeholder 1"/>
          <p:cNvSpPr>
            <a:spLocks noGrp="1"/>
          </p:cNvSpPr>
          <p:nvPr>
            <p:ph type="sldNum" sz="quarter" idx="12"/>
          </p:nvPr>
        </p:nvSpPr>
        <p:spPr/>
        <p:txBody>
          <a:bodyPr/>
          <a:lstStyle/>
          <a:p>
            <a:fld id="{33D6E5A2-EC83-451F-A719-9AC1370DD5CF}" type="slidenum">
              <a:rPr lang="en-US" smtClean="0"/>
              <a:pPr/>
              <a:t>68</a:t>
            </a:fld>
            <a:endParaRPr lang="en-US" dirty="0"/>
          </a:p>
        </p:txBody>
      </p:sp>
    </p:spTree>
    <p:extLst>
      <p:ext uri="{BB962C8B-B14F-4D97-AF65-F5344CB8AC3E}">
        <p14:creationId xmlns:p14="http://schemas.microsoft.com/office/powerpoint/2010/main" val="395750798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p:cTn id="7"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5">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xit" presetSubtype="1" fill="hold" nodeType="clickEffect">
                                  <p:stCondLst>
                                    <p:cond delay="0"/>
                                  </p:stCondLst>
                                  <p:childTnLst>
                                    <p:animEffect transition="out" filter="wheel(1)">
                                      <p:cBhvr>
                                        <p:cTn id="13" dur="2000"/>
                                        <p:tgtEl>
                                          <p:spTgt spid="3"/>
                                        </p:tgtEl>
                                      </p:cBhvr>
                                    </p:animEffect>
                                    <p:set>
                                      <p:cBhvr>
                                        <p:cTn id="14" dur="1" fill="hold">
                                          <p:stCondLst>
                                            <p:cond delay="1999"/>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9" presetClass="emph" presetSubtype="0" fill="hold" nodeType="clickEffect">
                                  <p:stCondLst>
                                    <p:cond delay="0"/>
                                  </p:stCondLst>
                                  <p:childTnLst>
                                    <p:animClr clrSpc="rgb" dir="cw">
                                      <p:cBhvr override="childStyle">
                                        <p:cTn id="18" dur="500" fill="hold"/>
                                        <p:tgtEl>
                                          <p:spTgt spid="5">
                                            <p:txEl>
                                              <p:pRg st="1" end="1"/>
                                            </p:txEl>
                                          </p:spTgt>
                                        </p:tgtEl>
                                        <p:attrNameLst>
                                          <p:attrName>style.color</p:attrName>
                                        </p:attrNameLst>
                                      </p:cBhvr>
                                      <p:to>
                                        <a:schemeClr val="accent2"/>
                                      </p:to>
                                    </p:animClr>
                                    <p:animClr clrSpc="rgb" dir="cw">
                                      <p:cBhvr>
                                        <p:cTn id="19" dur="500" fill="hold"/>
                                        <p:tgtEl>
                                          <p:spTgt spid="5">
                                            <p:txEl>
                                              <p:pRg st="1" end="1"/>
                                            </p:txEl>
                                          </p:spTgt>
                                        </p:tgtEl>
                                        <p:attrNameLst>
                                          <p:attrName>fillcolor</p:attrName>
                                        </p:attrNameLst>
                                      </p:cBhvr>
                                      <p:to>
                                        <a:schemeClr val="accent2"/>
                                      </p:to>
                                    </p:animClr>
                                    <p:set>
                                      <p:cBhvr>
                                        <p:cTn id="20" dur="500" fill="hold"/>
                                        <p:tgtEl>
                                          <p:spTgt spid="5">
                                            <p:txEl>
                                              <p:pRg st="1" end="1"/>
                                            </p:txEl>
                                          </p:spTgt>
                                        </p:tgtEl>
                                        <p:attrNameLst>
                                          <p:attrName>fill.type</p:attrName>
                                        </p:attrNameLst>
                                      </p:cBhvr>
                                      <p:to>
                                        <p:strVal val="solid"/>
                                      </p:to>
                                    </p:set>
                                    <p:set>
                                      <p:cBhvr>
                                        <p:cTn id="21" dur="500" fill="hold"/>
                                        <p:tgtEl>
                                          <p:spTgt spid="5">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dirty="0"/>
              <a:t>Throwing and Catching exceptions </a:t>
            </a:r>
            <a:endParaRPr lang="en-US" sz="3200" b="1" dirty="0">
              <a:ln>
                <a:solidFill>
                  <a:schemeClr val="accent1">
                    <a:lumMod val="60000"/>
                    <a:lumOff val="40000"/>
                  </a:schemeClr>
                </a:solidFill>
              </a:ln>
              <a:solidFill>
                <a:srgbClr val="9900CC"/>
              </a:solidFill>
              <a:latin typeface="Times New Roman" panose="02020603050405020304" pitchFamily="18" charset="0"/>
              <a:cs typeface="Times New Roman" panose="02020603050405020304" pitchFamily="18" charset="0"/>
            </a:endParaRPr>
          </a:p>
        </p:txBody>
      </p:sp>
      <p:pic>
        <p:nvPicPr>
          <p:cNvPr id="9218"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685799" y="936170"/>
            <a:ext cx="8007515" cy="5236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69</a:t>
            </a:fld>
            <a:endParaRPr lang="en-US" dirty="0"/>
          </a:p>
        </p:txBody>
      </p:sp>
    </p:spTree>
    <p:extLst>
      <p:ext uri="{BB962C8B-B14F-4D97-AF65-F5344CB8AC3E}">
        <p14:creationId xmlns:p14="http://schemas.microsoft.com/office/powerpoint/2010/main" val="347114486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8"/>
                                        </p:tgtEl>
                                        <p:attrNameLst>
                                          <p:attrName>style.visibility</p:attrName>
                                        </p:attrNameLst>
                                      </p:cBhvr>
                                      <p:to>
                                        <p:strVal val="visible"/>
                                      </p:to>
                                    </p:set>
                                    <p:animEffect transition="in" filter="randombar(horizontal)">
                                      <p:cBhvr>
                                        <p:cTn id="12"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ln>
                  <a:solidFill>
                    <a:schemeClr val="accent1">
                      <a:lumMod val="60000"/>
                      <a:lumOff val="40000"/>
                    </a:schemeClr>
                  </a:solidFill>
                </a:ln>
                <a:solidFill>
                  <a:schemeClr val="bg1"/>
                </a:solidFill>
                <a:latin typeface="Times New Roman" panose="02020603050405020304" pitchFamily="18" charset="0"/>
                <a:cs typeface="Times New Roman" panose="02020603050405020304" pitchFamily="18" charset="0"/>
              </a:rPr>
              <a:t>Quiz</a:t>
            </a:r>
          </a:p>
        </p:txBody>
      </p:sp>
      <p:pic>
        <p:nvPicPr>
          <p:cNvPr id="14338" name="Picture 2">
            <a:hlinkClick r:id="rId4" action="ppaction://hlinkfile"/>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1143000" y="1752600"/>
            <a:ext cx="3505200" cy="3616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33D6E5A2-EC83-451F-A719-9AC1370DD5CF}" type="slidenum">
              <a:rPr lang="en-US" smtClean="0"/>
              <a:pPr/>
              <a:t>70</a:t>
            </a:fld>
            <a:endParaRPr lang="en-US" dirty="0"/>
          </a:p>
        </p:txBody>
      </p:sp>
    </p:spTree>
    <p:extLst>
      <p:ext uri="{BB962C8B-B14F-4D97-AF65-F5344CB8AC3E}">
        <p14:creationId xmlns:p14="http://schemas.microsoft.com/office/powerpoint/2010/main" val="157300613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7960677" y="0"/>
            <a:ext cx="1183323" cy="914400"/>
          </a:xfrm>
          <a:prstGeom prst="rect">
            <a:avLst/>
          </a:prstGeom>
          <a:noFill/>
          <a:ln w="9525">
            <a:noFill/>
            <a:miter lim="800000"/>
            <a:headEnd/>
            <a:tailEnd/>
          </a:ln>
        </p:spPr>
      </p:pic>
      <p:sp>
        <p:nvSpPr>
          <p:cNvPr id="5" name="Rectangle 4"/>
          <p:cNvSpPr/>
          <p:nvPr/>
        </p:nvSpPr>
        <p:spPr>
          <a:xfrm>
            <a:off x="-43544" y="0"/>
            <a:ext cx="8036877" cy="914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dirty="0">
              <a:ln>
                <a:solidFill>
                  <a:schemeClr val="accent1">
                    <a:lumMod val="60000"/>
                    <a:lumOff val="40000"/>
                  </a:schemeClr>
                </a:solidFill>
              </a:ln>
              <a:solidFill>
                <a:schemeClr val="bg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33D6E5A2-EC83-451F-A719-9AC1370DD5CF}" type="slidenum">
              <a:rPr lang="en-US" smtClean="0"/>
              <a:pPr/>
              <a:t>71</a:t>
            </a:fld>
            <a:endParaRPr lang="en-US" dirty="0"/>
          </a:p>
        </p:txBody>
      </p:sp>
      <p:pic>
        <p:nvPicPr>
          <p:cNvPr id="1229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438400" y="1981200"/>
            <a:ext cx="4572000" cy="30424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4992914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ags/tag3.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ags/tag4.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5.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heme/theme1.xml><?xml version="1.0" encoding="utf-8"?>
<a:theme xmlns:a="http://schemas.openxmlformats.org/drawingml/2006/main" name="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Training</Template>
  <TotalTime>0</TotalTime>
  <Words>1908</Words>
  <Application>Microsoft Office PowerPoint</Application>
  <PresentationFormat>On-screen Show (4:3)</PresentationFormat>
  <Paragraphs>481</Paragraphs>
  <Slides>71</Slides>
  <Notes>40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2</vt:i4>
      </vt:variant>
      <vt:variant>
        <vt:lpstr>Slide Titles</vt:lpstr>
      </vt:variant>
      <vt:variant>
        <vt:i4>71</vt:i4>
      </vt:variant>
    </vt:vector>
  </HeadingPairs>
  <TitlesOfParts>
    <vt:vector size="85" baseType="lpstr">
      <vt:lpstr>Arial</vt:lpstr>
      <vt:lpstr>Book Antiqua</vt:lpstr>
      <vt:lpstr>Calibri</vt:lpstr>
      <vt:lpstr>Calibri (Body)</vt:lpstr>
      <vt:lpstr>Courier</vt:lpstr>
      <vt:lpstr>Courier New</vt:lpstr>
      <vt:lpstr>Forte</vt:lpstr>
      <vt:lpstr>Georgia</vt:lpstr>
      <vt:lpstr>Monotype Sorts</vt:lpstr>
      <vt:lpstr>Times New Roman</vt:lpstr>
      <vt:lpstr>Training</vt:lpstr>
      <vt:lpstr>Custom Design</vt:lpstr>
      <vt:lpstr>Picture</vt:lpstr>
      <vt:lpstr>Microsoft Word Picture</vt:lpstr>
      <vt:lpstr>Department of Computer Science and Engineering School of Computing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Throwing Exceptions Example</vt:lpstr>
      <vt:lpstr>Catching Exceptions</vt:lpstr>
      <vt:lpstr>Catching Exceptions</vt:lpstr>
      <vt:lpstr>Catch or Declare Checked Exceptions</vt:lpstr>
      <vt:lpstr>Example: Declaring, Throwing, and Catching Exceptions</vt:lpstr>
      <vt:lpstr>Rethrowing Exceptions</vt:lpstr>
      <vt:lpstr>The finally Clause</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PowerPoint Presentation</vt:lpstr>
      <vt:lpstr>When to Throw Exceptions</vt:lpstr>
      <vt:lpstr>When to Use Exceptions</vt:lpstr>
      <vt:lpstr>When to Use Exceptions</vt:lpstr>
      <vt:lpstr>Creating Custom Exception Classes</vt:lpstr>
      <vt:lpstr>Custom Exception Class Example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2020-02-14T03:25:26Z</dcterms:created>
  <dcterms:modified xsi:type="dcterms:W3CDTF">2020-09-24T09:16:34Z</dcterms:modified>
</cp:coreProperties>
</file>